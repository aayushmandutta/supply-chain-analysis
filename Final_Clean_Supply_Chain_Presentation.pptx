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761" r:id="rId2"/>
  </p:sldMasterIdLst>
  <p:notesMasterIdLst>
    <p:notesMasterId r:id="rId24"/>
  </p:notesMasterIdLst>
  <p:sldIdLst>
    <p:sldId id="2614" r:id="rId3"/>
    <p:sldId id="2606" r:id="rId4"/>
    <p:sldId id="2607" r:id="rId5"/>
    <p:sldId id="2608" r:id="rId6"/>
    <p:sldId id="2609" r:id="rId7"/>
    <p:sldId id="2610" r:id="rId8"/>
    <p:sldId id="2611" r:id="rId9"/>
    <p:sldId id="2587" r:id="rId10"/>
    <p:sldId id="2585" r:id="rId11"/>
    <p:sldId id="2579" r:id="rId12"/>
    <p:sldId id="2581" r:id="rId13"/>
    <p:sldId id="2583" r:id="rId14"/>
    <p:sldId id="2567" r:id="rId15"/>
    <p:sldId id="2569" r:id="rId16"/>
    <p:sldId id="2571" r:id="rId17"/>
    <p:sldId id="2573" r:id="rId18"/>
    <p:sldId id="2575" r:id="rId19"/>
    <p:sldId id="2577" r:id="rId20"/>
    <p:sldId id="2591" r:id="rId21"/>
    <p:sldId id="2612" r:id="rId22"/>
    <p:sldId id="2613"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0D8419-A249-89A9-3E16-20D381B773A1}" v="137" dt="2026-05-14T09:15:04.8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592" y="64"/>
      </p:cViewPr>
      <p:guideLst/>
    </p:cSldViewPr>
  </p:slideViewPr>
  <p:notesTextViewPr>
    <p:cViewPr>
      <p:scale>
        <a:sx n="1" d="1"/>
        <a:sy n="1" d="1"/>
      </p:scale>
      <p:origin x="0" y="0"/>
    </p:cViewPr>
  </p:notesTextViewPr>
  <p:sorterViewPr>
    <p:cViewPr>
      <p:scale>
        <a:sx n="100" d="100"/>
        <a:sy n="100" d="100"/>
      </p:scale>
      <p:origin x="0" y="-192"/>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377D5A-55C3-41E8-886B-F33111A75EB5}" type="datetimeFigureOut">
              <a:t>5/29/2026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8C91DA-0A87-4341-AC24-5D207C9011A8}" type="slidenum">
              <a:t>‹#›</a:t>
            </a:fld>
            <a:endParaRPr lang="en-US"/>
          </a:p>
        </p:txBody>
      </p:sp>
    </p:spTree>
    <p:extLst>
      <p:ext uri="{BB962C8B-B14F-4D97-AF65-F5344CB8AC3E}">
        <p14:creationId xmlns:p14="http://schemas.microsoft.com/office/powerpoint/2010/main" val="42364872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https://buckmanconnect-my.sharepoint.com/personal/jdurai_buckman_com/_layouts/15/Doc.aspx?sourcedoc=%7B772A33A7-F2EB-49DD-AF21-CC460A7BBB98%7D&amp;file=Supply%20chain%20dashboard%20images.pptx&amp;action=edit&amp;mobileredirect=true
This slide analyzes revenue contribution across different order quantity bands. Bulk orders often generate a significant portion of revenue, highlighting the importance of key wholesale or large-volume customers. Smaller orders, while more numerous, may contribute less individually but can still be important for market reach. This insight supports differentiated fulfillment strategies, such as prioritizing service levels for large orders while optimizing cost for smaller ones. Understanding order patterns also helps in capacity planning and transportation optimization.
The chart shows how revenue scales with order size.
</a:t>
            </a:r>
          </a:p>
        </p:txBody>
      </p:sp>
      <p:sp>
        <p:nvSpPr>
          <p:cNvPr id="4" name="Slide Number Placeholder 3"/>
          <p:cNvSpPr>
            <a:spLocks noGrp="1"/>
          </p:cNvSpPr>
          <p:nvPr>
            <p:ph type="sldNum" sz="quarter" idx="5"/>
          </p:nvPr>
        </p:nvSpPr>
        <p:spPr/>
        <p:txBody>
          <a:bodyPr/>
          <a:lstStyle/>
          <a:p>
            <a:fld id="{953F8429-6102-49A2-8157-0BD513720772}" type="slidenum">
              <a:t>8</a:t>
            </a:fld>
            <a:endParaRPr lang="en-US"/>
          </a:p>
        </p:txBody>
      </p:sp>
    </p:spTree>
    <p:extLst>
      <p:ext uri="{BB962C8B-B14F-4D97-AF65-F5344CB8AC3E}">
        <p14:creationId xmlns:p14="http://schemas.microsoft.com/office/powerpoint/2010/main" val="32102364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This slide references information from the following file: https://buckmanconnect-my.sharepoint.com/personal/jdurai_buckman_com/_layouts/15/Doc.aspx?sourcedoc=%7B772A33A7-F2EB-49DD-AF21-CC460A7BBB98%7D&amp;file=Supply%20chain%20dashboard%20images.pptx&amp;action=edit&amp;mobileredirect=true
This slide compares manufacturing costs against production volumes to assess economies of scale. In many cases, higher production volumes correlate with lower unit costs, indicating efficient utilization of manufacturing capacity. However, deviations from this trend may point to inefficiencies, outdated processes, or high setup costs. Understanding this relationship helps operations teams decide where to consolidate production or invest in process improvements. Optimizing production volumes can reduce per-unit costs and improve margin performance.
The visual demonstrates how cost behavior changes with production scale.
</a:t>
            </a:r>
          </a:p>
        </p:txBody>
      </p:sp>
      <p:sp>
        <p:nvSpPr>
          <p:cNvPr id="4" name="Slide Number Placeholder 3"/>
          <p:cNvSpPr>
            <a:spLocks noGrp="1"/>
          </p:cNvSpPr>
          <p:nvPr>
            <p:ph type="sldNum" sz="quarter" idx="5"/>
          </p:nvPr>
        </p:nvSpPr>
        <p:spPr/>
        <p:txBody>
          <a:bodyPr/>
          <a:lstStyle/>
          <a:p>
            <a:fld id="{953F8429-6102-49A2-8157-0BD513720772}" type="slidenum">
              <a:t>9</a:t>
            </a:fld>
            <a:endParaRPr lang="en-US"/>
          </a:p>
        </p:txBody>
      </p:sp>
    </p:spTree>
    <p:extLst>
      <p:ext uri="{BB962C8B-B14F-4D97-AF65-F5344CB8AC3E}">
        <p14:creationId xmlns:p14="http://schemas.microsoft.com/office/powerpoint/2010/main" val="6559590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This slide references information from the following file: https://buckmanconnect-my.sharepoint.com/personal/jdurai_buckman_com/_layouts/15/Doc.aspx?sourcedoc=%7B772A33A7-F2EB-49DD-AF21-CC460A7BBB98%7D&amp;file=Supply%20chain%20dashboard%20images.pptx&amp;action=edit&amp;mobileredirect=true
This slide examines average transportation cost by mode, such as air, road, rail, and sea. Air transport typically shows the highest cost but offers speed, while road and rail provide cost-effective alternatives for less time-sensitive shipments. Sea transport may be economical for bulk movements but involves longer lead times. The insight here is the importance of matching transportation mode to product value, urgency, and demand variability. Overuse of premium modes like air can inflate logistics costs unnecessarily, while excessive reliance on slower modes may hurt service levels. A balanced, segmented transportation strategy can optimize both cost and responsiveness.
The chart compares cost efficiency across transport modes.
</a:t>
            </a:r>
          </a:p>
        </p:txBody>
      </p:sp>
      <p:sp>
        <p:nvSpPr>
          <p:cNvPr id="4" name="Slide Number Placeholder 3"/>
          <p:cNvSpPr>
            <a:spLocks noGrp="1"/>
          </p:cNvSpPr>
          <p:nvPr>
            <p:ph type="sldNum" sz="quarter" idx="5"/>
          </p:nvPr>
        </p:nvSpPr>
        <p:spPr/>
        <p:txBody>
          <a:bodyPr/>
          <a:lstStyle/>
          <a:p>
            <a:fld id="{953F8429-6102-49A2-8157-0BD513720772}" type="slidenum">
              <a:t>10</a:t>
            </a:fld>
            <a:endParaRPr lang="en-US"/>
          </a:p>
        </p:txBody>
      </p:sp>
    </p:spTree>
    <p:extLst>
      <p:ext uri="{BB962C8B-B14F-4D97-AF65-F5344CB8AC3E}">
        <p14:creationId xmlns:p14="http://schemas.microsoft.com/office/powerpoint/2010/main" val="10443504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https://buckmanconnect-my.sharepoint.com/personal/jdurai_buckman_com/_layouts/15/Doc.aspx?sourcedoc=%7B772A33A7-F2EB-49DD-AF21-CC460A7BBB98%7D&amp;file=Supply%20chain%20dashboard%20images.pptx&amp;action=edit&amp;mobileredirect=true
This slide explores revenue distribution across customer demographic segments, such as gender or other classifications. The results indicate diversified demand across multiple segments rather than dependence on a single customer group. This diversity reduces demand risk and supports stable revenue streams. From a supply chain perspective, understanding demographic-driven demand helps in tailoring product assortments, packaging, and distribution strategies. It also supports more accurate demand forecasting when demographic trends shift. This insight highlights the value of integrating customer analytics with supply chain planning.
The visual illustrates how revenue is split across demographic groups.
</a:t>
            </a:r>
          </a:p>
        </p:txBody>
      </p:sp>
      <p:sp>
        <p:nvSpPr>
          <p:cNvPr id="4" name="Slide Number Placeholder 3"/>
          <p:cNvSpPr>
            <a:spLocks noGrp="1"/>
          </p:cNvSpPr>
          <p:nvPr>
            <p:ph type="sldNum" sz="quarter" idx="5"/>
          </p:nvPr>
        </p:nvSpPr>
        <p:spPr/>
        <p:txBody>
          <a:bodyPr/>
          <a:lstStyle/>
          <a:p>
            <a:fld id="{953F8429-6102-49A2-8157-0BD513720772}" type="slidenum">
              <a:t>11</a:t>
            </a:fld>
            <a:endParaRPr lang="en-US"/>
          </a:p>
        </p:txBody>
      </p:sp>
    </p:spTree>
    <p:extLst>
      <p:ext uri="{BB962C8B-B14F-4D97-AF65-F5344CB8AC3E}">
        <p14:creationId xmlns:p14="http://schemas.microsoft.com/office/powerpoint/2010/main" val="8490905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This slide references information from the following file: https://buckmanconnect-my.sharepoint.com/personal/jdurai_buckman_com/_layouts/15/Doc.aspx?sourcedoc=%7B772A33A7-F2EB-49DD-AF21-CC460A7BBB98%7D&amp;file=Supply%20chain%20dashboard%20images.pptx&amp;action=edit&amp;mobileredirect=true
This slide evaluates logistics routes in combination with transportation costs. Certain routes consistently incur higher costs, possibly due to distance, infrastructure limitations, or inefficient carrier selection. Identifying high-cost routes allows logistics teams to explore alternatives such as route consolidation, carrier renegotiation, or mode shifts. Over time, route optimization can deliver significant cost savings and improve delivery reliability. This analysis supports strategic network design decisions and continuous logistics improvement initiatives.
The chart highlights cost differences across routes and transport combinations.
</a:t>
            </a:r>
          </a:p>
        </p:txBody>
      </p:sp>
      <p:sp>
        <p:nvSpPr>
          <p:cNvPr id="4" name="Slide Number Placeholder 3"/>
          <p:cNvSpPr>
            <a:spLocks noGrp="1"/>
          </p:cNvSpPr>
          <p:nvPr>
            <p:ph type="sldNum" sz="quarter" idx="5"/>
          </p:nvPr>
        </p:nvSpPr>
        <p:spPr/>
        <p:txBody>
          <a:bodyPr/>
          <a:lstStyle/>
          <a:p>
            <a:fld id="{953F8429-6102-49A2-8157-0BD513720772}" type="slidenum">
              <a:t>12</a:t>
            </a:fld>
            <a:endParaRPr lang="en-US"/>
          </a:p>
        </p:txBody>
      </p:sp>
    </p:spTree>
    <p:extLst>
      <p:ext uri="{BB962C8B-B14F-4D97-AF65-F5344CB8AC3E}">
        <p14:creationId xmlns:p14="http://schemas.microsoft.com/office/powerpoint/2010/main" val="9466378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This slide references information from the following file: https://buckmanconnect-my.sharepoint.com/personal/jdurai_buckman_com/_layouts/15/Doc.aspx?sourcedoc=%7B772A33A7-F2EB-49DD-AF21-CC460A7BBB98%7D&amp;file=Supply%20chain%20dashboard%20images.pptx&amp;action=edit&amp;mobileredirect=true
This slide focuses on lead time variability across suppliers, which is a critical determinant of supply chain reliability and inventory planning. The comparison reveals noticeable differences in average lead times between suppliers, indicating inconsistent fulfillment performance. Suppliers with longer or highly variable lead times introduce uncertainty into production planning, increase safety stock requirements, and elevate the risk of stockouts or delayed customer deliveries. On the other hand, suppliers with shorter and more stable lead times contribute positively to responsiveness and cost efficiency. The insight here is that lead time performance should be treated as a key supplier evaluation metric, alongside cost and quality. By identifying suppliers with consistently higher lead times, procurement and operations teams can initiate corrective actions such as renegotiating service-level agreements, improving forecast sharing, or developing alternate sourcing strategies. Additionally, understanding lead time dispersion helps in segmenting suppliers into strategic, preferred, or transactional categories. Over time, reducing lead time variability can significantly improve customer service levels, reduce working capital tied up in inventory, and enhance overall supply chain resilience.
The chart visually compares supplier lead times, making variability and outliers immediately visible.
</a:t>
            </a:r>
          </a:p>
        </p:txBody>
      </p:sp>
      <p:sp>
        <p:nvSpPr>
          <p:cNvPr id="4" name="Slide Number Placeholder 3"/>
          <p:cNvSpPr>
            <a:spLocks noGrp="1"/>
          </p:cNvSpPr>
          <p:nvPr>
            <p:ph type="sldNum" sz="quarter" idx="5"/>
          </p:nvPr>
        </p:nvSpPr>
        <p:spPr/>
        <p:txBody>
          <a:bodyPr/>
          <a:lstStyle/>
          <a:p>
            <a:fld id="{953F8429-6102-49A2-8157-0BD513720772}" type="slidenum">
              <a:t>13</a:t>
            </a:fld>
            <a:endParaRPr lang="en-US"/>
          </a:p>
        </p:txBody>
      </p:sp>
    </p:spTree>
    <p:extLst>
      <p:ext uri="{BB962C8B-B14F-4D97-AF65-F5344CB8AC3E}">
        <p14:creationId xmlns:p14="http://schemas.microsoft.com/office/powerpoint/2010/main" val="9989966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https://buckmanconnect-my.sharepoint.com/personal/jdurai_buckman_com/_layouts/15/Doc.aspx?sourcedoc=%7B772A33A7-F2EB-49DD-AF21-CC460A7BBB98%7D&amp;file=Supply%20chain%20dashboard%20images.pptx&amp;action=edit&amp;mobileredirect=true
This slide highlights revenue contribution by product category, revealing that skincare products generate the highest share of total revenue, followed by haircare and cosmetics. This distribution indicates where customer demand is strongest and where the business derives most of its financial value. Skincare’s dominant position suggests that investments in this category—such as improved supplier partnerships, higher service levels, and targeted inventory planning—are likely to deliver the greatest returns. Haircare and cosmetics, while slightly lower in revenue, still represent significant portions of the portfolio and may offer growth opportunities through product differentiation or promotional strategies. From a supply chain perspective, category-level revenue insights should directly inform capacity planning, supplier prioritization, and risk management. Any disruption in the skincare supply chain would have a disproportionately large impact on overall business performance. Therefore, this slide supports the recommendation to treat high-revenue categories as strategic segments requiring tighter control, higher visibility, and stronger contingency planning.
The visual clearly compares revenue contribution across categories, emphasizing skincare leadership.
</a:t>
            </a:r>
          </a:p>
        </p:txBody>
      </p:sp>
      <p:sp>
        <p:nvSpPr>
          <p:cNvPr id="4" name="Slide Number Placeholder 3"/>
          <p:cNvSpPr>
            <a:spLocks noGrp="1"/>
          </p:cNvSpPr>
          <p:nvPr>
            <p:ph type="sldNum" sz="quarter" idx="5"/>
          </p:nvPr>
        </p:nvSpPr>
        <p:spPr/>
        <p:txBody>
          <a:bodyPr/>
          <a:lstStyle/>
          <a:p>
            <a:fld id="{953F8429-6102-49A2-8157-0BD513720772}" type="slidenum">
              <a:t>14</a:t>
            </a:fld>
            <a:endParaRPr lang="en-US"/>
          </a:p>
        </p:txBody>
      </p:sp>
    </p:spTree>
    <p:extLst>
      <p:ext uri="{BB962C8B-B14F-4D97-AF65-F5344CB8AC3E}">
        <p14:creationId xmlns:p14="http://schemas.microsoft.com/office/powerpoint/2010/main" val="13109066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https://buckmanconnect-my.sharepoint.com/personal/jdurai_buckman_com/_layouts/15/Doc.aspx?sourcedoc=%7B772A33A7-F2EB-49DD-AF21-CC460A7BBB98%7D&amp;file=Supply%20chain%20dashboard%20images.pptx&amp;action=edit&amp;mobileredirect=true
This slide analyzes supplier quality performance by comparing average defect rates. While the overall defect rate is moderate, the supplier-level breakdown shows meaningful differences, indicating that quality issues are not evenly distributed. Certain suppliers consistently exhibit higher defect rates, which can lead to increased inspection costs, rework, returns, and customer dissatisfaction. This insight highlights the importance of supplier quality management programs, including regular audits, root-cause analysis, and corrective action plans. Suppliers with low defect rates can be considered benchmarks or preferred partners, while high-defect suppliers require immediate attention. Over time, linking defect performance with commercial decisions such as order allocation or contract renewal can drive continuous improvement across the supplier base. This slide reinforces that quality is a shared responsibility and must be actively managed to protect brand reputation and operational efficiency.
The chart makes it easy to identify suppliers with above-average defect rates.
</a:t>
            </a:r>
          </a:p>
        </p:txBody>
      </p:sp>
      <p:sp>
        <p:nvSpPr>
          <p:cNvPr id="4" name="Slide Number Placeholder 3"/>
          <p:cNvSpPr>
            <a:spLocks noGrp="1"/>
          </p:cNvSpPr>
          <p:nvPr>
            <p:ph type="sldNum" sz="quarter" idx="5"/>
          </p:nvPr>
        </p:nvSpPr>
        <p:spPr/>
        <p:txBody>
          <a:bodyPr/>
          <a:lstStyle/>
          <a:p>
            <a:fld id="{953F8429-6102-49A2-8157-0BD513720772}" type="slidenum">
              <a:t>15</a:t>
            </a:fld>
            <a:endParaRPr lang="en-US"/>
          </a:p>
        </p:txBody>
      </p:sp>
    </p:spTree>
    <p:extLst>
      <p:ext uri="{BB962C8B-B14F-4D97-AF65-F5344CB8AC3E}">
        <p14:creationId xmlns:p14="http://schemas.microsoft.com/office/powerpoint/2010/main" val="11414974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https://buckmanconnect-my.sharepoint.com/personal/jdurai_buckman_com/_layouts/15/Doc.aspx?sourcedoc=%7B772A33A7-F2EB-49DD-AF21-CC460A7BBB98%7D&amp;file=Supply%20chain%20dashboard%20images.pptx&amp;action=edit&amp;mobileredirect=true
This slide presents the distribution of quality inspection outcomes, typically categorized as pass, fail, or pending. A significant share of failed or pending inspections indicates potential bottlenecks in quality assurance processes or upstream manufacturing issues. High pending rates may also suggest inspection capacity constraints or delays in decision-making. From a supply chain perspective, unresolved inspection results increase lead times and inventory uncertainty, as products cannot be released for sale or distribution. This insight underscores the need to streamline inspection workflows, improve first-pass quality, and ensure adequate inspection resources. Implementing statistical process control, automated quality checks, or supplier self-certification programs for reliable partners could reduce inspection delays. Ultimately, improving inspection outcomes contributes to faster throughput, lower costs, and higher customer satisfaction.
The visual highlights the balance between passed, failed, and pending inspections.
</a:t>
            </a:r>
          </a:p>
        </p:txBody>
      </p:sp>
      <p:sp>
        <p:nvSpPr>
          <p:cNvPr id="4" name="Slide Number Placeholder 3"/>
          <p:cNvSpPr>
            <a:spLocks noGrp="1"/>
          </p:cNvSpPr>
          <p:nvPr>
            <p:ph type="sldNum" sz="quarter" idx="5"/>
          </p:nvPr>
        </p:nvSpPr>
        <p:spPr/>
        <p:txBody>
          <a:bodyPr/>
          <a:lstStyle/>
          <a:p>
            <a:fld id="{953F8429-6102-49A2-8157-0BD513720772}" type="slidenum">
              <a:t>16</a:t>
            </a:fld>
            <a:endParaRPr lang="en-US"/>
          </a:p>
        </p:txBody>
      </p:sp>
    </p:spTree>
    <p:extLst>
      <p:ext uri="{BB962C8B-B14F-4D97-AF65-F5344CB8AC3E}">
        <p14:creationId xmlns:p14="http://schemas.microsoft.com/office/powerpoint/2010/main" val="34918765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https://buckmanconnect-my.sharepoint.com/personal/jdurai_buckman_com/_layouts/15/Doc.aspx?sourcedoc=%7B772A33A7-F2EB-49DD-AF21-CC460A7BBB98%7D&amp;file=Supply%20chain%20dashboard%20images.pptx&amp;action=edit&amp;mobileredirect=true
This slide analyzes revenue contribution by geographic location, revealing uneven performance across cities or regions. Certain locations generate significantly higher revenue, likely due to stronger demand, better distribution coverage, or proximity to key markets. Conversely, lower-performing regions may suffer from weaker demand, higher logistics costs, or service-level challenges. These insights can guide decisions on regional inventory positioning, warehouse placement, and distribution network design. High-revenue locations may justify higher service levels or faster replenishment, while underperforming regions may require targeted marketing or cost rationalization. Understanding geographic revenue patterns also helps in risk planning, as disruptions in high-performing regions would have a larger financial impact.
The map or chart visually emphasizes regional revenue concentration.
</a:t>
            </a:r>
          </a:p>
        </p:txBody>
      </p:sp>
      <p:sp>
        <p:nvSpPr>
          <p:cNvPr id="4" name="Slide Number Placeholder 3"/>
          <p:cNvSpPr>
            <a:spLocks noGrp="1"/>
          </p:cNvSpPr>
          <p:nvPr>
            <p:ph type="sldNum" sz="quarter" idx="5"/>
          </p:nvPr>
        </p:nvSpPr>
        <p:spPr/>
        <p:txBody>
          <a:bodyPr/>
          <a:lstStyle/>
          <a:p>
            <a:fld id="{953F8429-6102-49A2-8157-0BD513720772}" type="slidenum">
              <a:t>17</a:t>
            </a:fld>
            <a:endParaRPr lang="en-US"/>
          </a:p>
        </p:txBody>
      </p:sp>
    </p:spTree>
    <p:extLst>
      <p:ext uri="{BB962C8B-B14F-4D97-AF65-F5344CB8AC3E}">
        <p14:creationId xmlns:p14="http://schemas.microsoft.com/office/powerpoint/2010/main" val="40294811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https://buckmanconnect-my.sharepoint.com/personal/jdurai_buckman_com/_layouts/15/Doc.aspx?sourcedoc=%7B772A33A7-F2EB-49DD-AF21-CC460A7BBB98%7D&amp;file=Supply%20chain%20dashboard%20images.pptx&amp;action=edit&amp;mobileredirect=true
This slide compares stock levels against sales volume to assess inventory effectiveness. Mismatches between inventory and demand indicate either overstocking or understocking risks. High stock with low sales ties up working capital and increases holding costs, while low stock with high sales raises the risk of lost revenue and customer dissatisfaction. The analysis suggests the need for more accurate demand forecasting and dynamic replenishment policies. Aligning inventory levels with actual sales patterns can significantly improve cash flow and service levels. This insight encourages the use of data-driven inventory optimization techniques such as ABC analysis, safety stock optimization, and demand segmentation.
The scatter or comparison chart highlights inventory-sales alignment issues.
</a:t>
            </a:r>
          </a:p>
        </p:txBody>
      </p:sp>
      <p:sp>
        <p:nvSpPr>
          <p:cNvPr id="4" name="Slide Number Placeholder 3"/>
          <p:cNvSpPr>
            <a:spLocks noGrp="1"/>
          </p:cNvSpPr>
          <p:nvPr>
            <p:ph type="sldNum" sz="quarter" idx="5"/>
          </p:nvPr>
        </p:nvSpPr>
        <p:spPr/>
        <p:txBody>
          <a:bodyPr/>
          <a:lstStyle/>
          <a:p>
            <a:fld id="{953F8429-6102-49A2-8157-0BD513720772}" type="slidenum">
              <a:t>18</a:t>
            </a:fld>
            <a:endParaRPr lang="en-US"/>
          </a:p>
        </p:txBody>
      </p:sp>
    </p:spTree>
    <p:extLst>
      <p:ext uri="{BB962C8B-B14F-4D97-AF65-F5344CB8AC3E}">
        <p14:creationId xmlns:p14="http://schemas.microsoft.com/office/powerpoint/2010/main" val="20497579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This slide references information from the following file: https://buckmanconnect-my.sharepoint.com/personal/jdurai_buckman_com/_layouts/15/Doc.aspx?sourcedoc=%7B772A33A7-F2EB-49DD-AF21-CC460A7BBB98%7D&amp;file=Supply%20chain%20dashboard%20images.pptx&amp;action=edit&amp;mobileredirect=true
The final slide summarizes actionable recommendations derived from the dashboard insights. Key priorities include strengthening supplier performance management by focusing on lead time reliability and defect reduction, optimizing inventory through better demand forecasting and stock alignment, and reducing logistics costs via mode and route optimization. Additionally, high-revenue categories such as skincare should receive strategic focus to protect and grow business value. Implementing supplier scorecards, improving inspection processes, and leveraging the dashboard as a continuous monitoring tool will help drive sustained supply chain improvement. These actions collectively aim to enhance resilience, efficiency, and customer satisfaction while supporting long-term profitability.
</a:t>
            </a:r>
          </a:p>
        </p:txBody>
      </p:sp>
      <p:sp>
        <p:nvSpPr>
          <p:cNvPr id="4" name="Slide Number Placeholder 3"/>
          <p:cNvSpPr>
            <a:spLocks noGrp="1"/>
          </p:cNvSpPr>
          <p:nvPr>
            <p:ph type="sldNum" sz="quarter" idx="5"/>
          </p:nvPr>
        </p:nvSpPr>
        <p:spPr/>
        <p:txBody>
          <a:bodyPr/>
          <a:lstStyle/>
          <a:p>
            <a:fld id="{953F8429-6102-49A2-8157-0BD513720772}" type="slidenum">
              <a:t>19</a:t>
            </a:fld>
            <a:endParaRPr lang="en-US"/>
          </a:p>
        </p:txBody>
      </p:sp>
    </p:spTree>
    <p:extLst>
      <p:ext uri="{BB962C8B-B14F-4D97-AF65-F5344CB8AC3E}">
        <p14:creationId xmlns:p14="http://schemas.microsoft.com/office/powerpoint/2010/main" val="274844503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jpe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3.jpe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eg"/><Relationship Id="rId1" Type="http://schemas.openxmlformats.org/officeDocument/2006/relationships/slideMaster" Target="../slideMasters/slideMaster1.xml"/><Relationship Id="rId4" Type="http://schemas.openxmlformats.org/officeDocument/2006/relationships/image" Target="../media/image26.svg"/></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2.jpeg"/><Relationship Id="rId1" Type="http://schemas.openxmlformats.org/officeDocument/2006/relationships/slideMaster" Target="../slideMasters/slideMaster1.xml"/><Relationship Id="rId4" Type="http://schemas.openxmlformats.org/officeDocument/2006/relationships/image" Target="../media/image28.sv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Ref idx="1001">
        <a:schemeClr val="bg1"/>
      </p:bgRef>
    </p:bg>
    <p:spTree>
      <p:nvGrpSpPr>
        <p:cNvPr id="1" name=""/>
        <p:cNvGrpSpPr/>
        <p:nvPr/>
      </p:nvGrpSpPr>
      <p:grpSpPr>
        <a:xfrm>
          <a:off x="0" y="0"/>
          <a:ext cx="0" cy="0"/>
          <a:chOff x="0" y="0"/>
          <a:chExt cx="0" cy="0"/>
        </a:xfrm>
      </p:grpSpPr>
      <p:pic>
        <p:nvPicPr>
          <p:cNvPr id="14" name="Picture 13" descr="A close up of a blue and pink background&#10;&#10;AI-generated content may be incorrect.">
            <a:extLst>
              <a:ext uri="{FF2B5EF4-FFF2-40B4-BE49-F238E27FC236}">
                <a16:creationId xmlns:a16="http://schemas.microsoft.com/office/drawing/2014/main" id="{FA0DAAF8-1473-19E2-7A19-C912696FE17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8" name="Title 1">
            <a:extLst>
              <a:ext uri="{FF2B5EF4-FFF2-40B4-BE49-F238E27FC236}">
                <a16:creationId xmlns:a16="http://schemas.microsoft.com/office/drawing/2014/main" id="{59ED5AFE-4996-3F24-6A40-DB7BC8D42158}"/>
              </a:ext>
            </a:extLst>
          </p:cNvPr>
          <p:cNvSpPr>
            <a:spLocks noGrp="1"/>
          </p:cNvSpPr>
          <p:nvPr>
            <p:ph type="ctrTitle"/>
          </p:nvPr>
        </p:nvSpPr>
        <p:spPr>
          <a:xfrm>
            <a:off x="589041" y="2438400"/>
            <a:ext cx="10993359" cy="2684329"/>
          </a:xfrm>
        </p:spPr>
        <p:txBody>
          <a:bodyPr vert="horz" lIns="91440" tIns="45720" rIns="91440" bIns="45720" rtlCol="0" anchor="b">
            <a:normAutofit/>
          </a:bodyPr>
          <a:lstStyle>
            <a:lvl1pPr>
              <a:defRPr lang="en-US" sz="6600" dirty="0">
                <a:solidFill>
                  <a:schemeClr val="tx1"/>
                </a:solidFill>
              </a:defRPr>
            </a:lvl1pPr>
          </a:lstStyle>
          <a:p>
            <a:pPr lvl="0"/>
            <a:r>
              <a:rPr lang="en-US"/>
              <a:t>Click to edit Master title style</a:t>
            </a:r>
          </a:p>
        </p:txBody>
      </p:sp>
      <p:sp>
        <p:nvSpPr>
          <p:cNvPr id="9" name="Subtitle 2">
            <a:extLst>
              <a:ext uri="{FF2B5EF4-FFF2-40B4-BE49-F238E27FC236}">
                <a16:creationId xmlns:a16="http://schemas.microsoft.com/office/drawing/2014/main" id="{6F756E8C-2C5E-B25F-5DAD-4E06067BC734}"/>
              </a:ext>
            </a:extLst>
          </p:cNvPr>
          <p:cNvSpPr>
            <a:spLocks noGrp="1"/>
          </p:cNvSpPr>
          <p:nvPr>
            <p:ph type="subTitle" idx="1"/>
          </p:nvPr>
        </p:nvSpPr>
        <p:spPr>
          <a:xfrm>
            <a:off x="589041" y="5257800"/>
            <a:ext cx="9164559" cy="914400"/>
          </a:xfrm>
        </p:spPr>
        <p:txBody>
          <a:bodyPr vert="horz" lIns="91440" tIns="45720" rIns="91440" bIns="45720" rtlCol="0">
            <a:normAutofit/>
          </a:bodyPr>
          <a:lstStyle>
            <a:lvl1pPr marL="0" indent="0">
              <a:buNone/>
              <a:defRPr lang="en-US" sz="2200" dirty="0">
                <a:solidFill>
                  <a:schemeClr val="tx1"/>
                </a:solidFill>
              </a:defRPr>
            </a:lvl1pPr>
          </a:lstStyle>
          <a:p>
            <a:pPr lvl="0"/>
            <a:r>
              <a:rPr lang="en-US"/>
              <a:t>Click to edit Master subtitle style</a:t>
            </a:r>
          </a:p>
        </p:txBody>
      </p:sp>
      <p:pic>
        <p:nvPicPr>
          <p:cNvPr id="2" name="Graphic 1">
            <a:extLst>
              <a:ext uri="{FF2B5EF4-FFF2-40B4-BE49-F238E27FC236}">
                <a16:creationId xmlns:a16="http://schemas.microsoft.com/office/drawing/2014/main" id="{FB03B42F-CFBB-090D-EC8E-0FC7E903EEEF}"/>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11" name="Footer Placeholder 10">
            <a:extLst>
              <a:ext uri="{FF2B5EF4-FFF2-40B4-BE49-F238E27FC236}">
                <a16:creationId xmlns:a16="http://schemas.microsoft.com/office/drawing/2014/main" id="{DD36ECCE-2AA5-C398-CA75-78EBCBDCF261}"/>
              </a:ext>
            </a:extLst>
          </p:cNvPr>
          <p:cNvSpPr>
            <a:spLocks noGrp="1"/>
          </p:cNvSpPr>
          <p:nvPr>
            <p:ph type="ftr" sz="quarter" idx="11"/>
          </p:nvPr>
        </p:nvSpPr>
        <p:spPr>
          <a:xfrm>
            <a:off x="6280176" y="152400"/>
            <a:ext cx="3200400" cy="365125"/>
          </a:xfrm>
        </p:spPr>
        <p:txBody>
          <a:bodyPr/>
          <a:lstStyle/>
          <a:p>
            <a:r>
              <a:rPr lang="en-US"/>
              <a:t>Sample Footer Text</a:t>
            </a:r>
          </a:p>
        </p:txBody>
      </p:sp>
      <p:sp>
        <p:nvSpPr>
          <p:cNvPr id="6" name="Date Placeholder 5">
            <a:extLst>
              <a:ext uri="{FF2B5EF4-FFF2-40B4-BE49-F238E27FC236}">
                <a16:creationId xmlns:a16="http://schemas.microsoft.com/office/drawing/2014/main" id="{FA4C2171-40CE-DE50-6D13-60F77A548C03}"/>
              </a:ext>
            </a:extLst>
          </p:cNvPr>
          <p:cNvSpPr>
            <a:spLocks noGrp="1"/>
          </p:cNvSpPr>
          <p:nvPr>
            <p:ph type="dt" sz="half" idx="10"/>
          </p:nvPr>
        </p:nvSpPr>
        <p:spPr>
          <a:xfrm>
            <a:off x="9531099" y="152400"/>
            <a:ext cx="1800171" cy="365125"/>
          </a:xfrm>
        </p:spPr>
        <p:txBody>
          <a:bodyPr/>
          <a:lstStyle/>
          <a:p>
            <a:fld id="{43EE6ED8-4795-4F48-A498-DEF389188082}" type="datetime1">
              <a:rPr lang="en-US" smtClean="0"/>
              <a:t>5/29/2026</a:t>
            </a:fld>
            <a:endParaRPr lang="en-US"/>
          </a:p>
        </p:txBody>
      </p:sp>
      <p:sp>
        <p:nvSpPr>
          <p:cNvPr id="12" name="Slide Number Placeholder 11">
            <a:extLst>
              <a:ext uri="{FF2B5EF4-FFF2-40B4-BE49-F238E27FC236}">
                <a16:creationId xmlns:a16="http://schemas.microsoft.com/office/drawing/2014/main" id="{73F8FB25-49C8-A3FD-F32A-4C95B18F4A71}"/>
              </a:ext>
            </a:extLst>
          </p:cNvPr>
          <p:cNvSpPr>
            <a:spLocks noGrp="1"/>
          </p:cNvSpPr>
          <p:nvPr>
            <p:ph type="sldNum" sz="quarter" idx="12"/>
          </p:nvPr>
        </p:nvSpPr>
        <p:spPr>
          <a:xfrm>
            <a:off x="11381793" y="152400"/>
            <a:ext cx="429207" cy="365125"/>
          </a:xfrm>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11869361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bg>
      <p:bgPr>
        <a:solidFill>
          <a:schemeClr val="bg1"/>
        </a:solidFill>
        <a:effectLst/>
      </p:bgPr>
    </p:bg>
    <p:spTree>
      <p:nvGrpSpPr>
        <p:cNvPr id="1" name=""/>
        <p:cNvGrpSpPr/>
        <p:nvPr/>
      </p:nvGrpSpPr>
      <p:grpSpPr>
        <a:xfrm>
          <a:off x="0" y="0"/>
          <a:ext cx="0" cy="0"/>
          <a:chOff x="0" y="0"/>
          <a:chExt cx="0" cy="0"/>
        </a:xfrm>
      </p:grpSpPr>
      <p:sp>
        <p:nvSpPr>
          <p:cNvPr id="19" name="Title Placeholder 1">
            <a:extLst>
              <a:ext uri="{FF2B5EF4-FFF2-40B4-BE49-F238E27FC236}">
                <a16:creationId xmlns:a16="http://schemas.microsoft.com/office/drawing/2014/main" id="{9E3969EE-7732-41DD-2DC3-A2E1AAB30881}"/>
              </a:ext>
            </a:extLst>
          </p:cNvPr>
          <p:cNvSpPr>
            <a:spLocks noGrp="1"/>
          </p:cNvSpPr>
          <p:nvPr>
            <p:ph type="title"/>
          </p:nvPr>
        </p:nvSpPr>
        <p:spPr>
          <a:xfrm>
            <a:off x="381000" y="691835"/>
            <a:ext cx="11429999" cy="755965"/>
          </a:xfrm>
          <a:prstGeom prst="rect">
            <a:avLst/>
          </a:prstGeom>
        </p:spPr>
        <p:txBody>
          <a:bodyPr vert="horz" lIns="91440" tIns="45720" rIns="91440" bIns="45720" rtlCol="0" anchor="t">
            <a:normAutofit/>
          </a:bodyPr>
          <a:lstStyle/>
          <a:p>
            <a:r>
              <a:rPr lang="en-US" dirty="0"/>
              <a:t>Click to edit Master title style</a:t>
            </a:r>
          </a:p>
        </p:txBody>
      </p:sp>
      <p:sp>
        <p:nvSpPr>
          <p:cNvPr id="18" name="Text Placeholder 2">
            <a:extLst>
              <a:ext uri="{FF2B5EF4-FFF2-40B4-BE49-F238E27FC236}">
                <a16:creationId xmlns:a16="http://schemas.microsoft.com/office/drawing/2014/main" id="{AEDD6D2F-5C2F-17BF-DEBA-0E6F06D22442}"/>
              </a:ext>
            </a:extLst>
          </p:cNvPr>
          <p:cNvSpPr>
            <a:spLocks noGrp="1"/>
          </p:cNvSpPr>
          <p:nvPr>
            <p:ph idx="1"/>
          </p:nvPr>
        </p:nvSpPr>
        <p:spPr>
          <a:xfrm>
            <a:off x="380999" y="1447799"/>
            <a:ext cx="11430000" cy="4718365"/>
          </a:xfrm>
          <a:prstGeom prst="rect">
            <a:avLst/>
          </a:prstGeom>
        </p:spPr>
        <p:txBody>
          <a:bodyPr vert="horz" lIns="91440" tIns="45720" rIns="91440" bIns="45720" rtlCol="0">
            <a:normAutofit/>
          </a:bodyPr>
          <a:lstStyle>
            <a:lvl1pPr>
              <a:defRPr b="0" i="0">
                <a:latin typeface="+mn-lt"/>
              </a:defRPr>
            </a:lvl1pPr>
            <a:lvl2pPr>
              <a:defRPr b="0" i="0">
                <a:latin typeface="+mn-lt"/>
              </a:defRPr>
            </a:lvl2pPr>
            <a:lvl3pPr>
              <a:defRPr b="0" i="0">
                <a:latin typeface="+mn-lt"/>
              </a:defRPr>
            </a:lvl3pPr>
            <a:lvl4pPr>
              <a:defRPr b="0" i="0">
                <a:latin typeface="+mn-lt"/>
              </a:defRPr>
            </a:lvl4pPr>
            <a:lvl5pPr>
              <a:defRPr b="0" i="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07626418-29B4-84BA-F111-4F7708DEFA81}"/>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29095984-255C-540F-7973-72A8D1E34440}"/>
              </a:ext>
            </a:extLst>
          </p:cNvPr>
          <p:cNvSpPr>
            <a:spLocks noGrp="1"/>
          </p:cNvSpPr>
          <p:nvPr>
            <p:ph type="dt" sz="half" idx="10"/>
          </p:nvPr>
        </p:nvSpPr>
        <p:spPr/>
        <p:txBody>
          <a:bodyPr/>
          <a:lstStyle/>
          <a:p>
            <a:fld id="{2AD3308C-3C59-4689-ACA2-7D3758736E4A}" type="datetime1">
              <a:rPr lang="en-US" smtClean="0"/>
              <a:t>5/29/2026</a:t>
            </a:fld>
            <a:endParaRPr lang="en-US"/>
          </a:p>
        </p:txBody>
      </p:sp>
      <p:sp>
        <p:nvSpPr>
          <p:cNvPr id="7" name="Slide Number Placeholder 6">
            <a:extLst>
              <a:ext uri="{FF2B5EF4-FFF2-40B4-BE49-F238E27FC236}">
                <a16:creationId xmlns:a16="http://schemas.microsoft.com/office/drawing/2014/main" id="{72FF646D-D3BB-C299-5B27-DE0157DD1EBC}"/>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41021019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bg1"/>
        </a:solidFill>
        <a:effectLst/>
      </p:bgPr>
    </p:bg>
    <p:spTree>
      <p:nvGrpSpPr>
        <p:cNvPr id="1" name=""/>
        <p:cNvGrpSpPr/>
        <p:nvPr/>
      </p:nvGrpSpPr>
      <p:grpSpPr>
        <a:xfrm>
          <a:off x="0" y="0"/>
          <a:ext cx="0" cy="0"/>
          <a:chOff x="0" y="0"/>
          <a:chExt cx="0" cy="0"/>
        </a:xfrm>
      </p:grpSpPr>
      <p:pic>
        <p:nvPicPr>
          <p:cNvPr id="13" name="Picture 12" descr="A blue and pink circle&#10;&#10;AI-generated content may be incorrect.">
            <a:extLst>
              <a:ext uri="{FF2B5EF4-FFF2-40B4-BE49-F238E27FC236}">
                <a16:creationId xmlns:a16="http://schemas.microsoft.com/office/drawing/2014/main" id="{4979ADD3-3B85-6E30-8DB1-0F5200794517}"/>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8" name="Title 1">
            <a:extLst>
              <a:ext uri="{FF2B5EF4-FFF2-40B4-BE49-F238E27FC236}">
                <a16:creationId xmlns:a16="http://schemas.microsoft.com/office/drawing/2014/main" id="{034B30DE-00B6-8472-CB6C-5E980F9BDD72}"/>
              </a:ext>
            </a:extLst>
          </p:cNvPr>
          <p:cNvSpPr>
            <a:spLocks noGrp="1"/>
          </p:cNvSpPr>
          <p:nvPr>
            <p:ph type="ctrTitle"/>
          </p:nvPr>
        </p:nvSpPr>
        <p:spPr>
          <a:xfrm>
            <a:off x="381000" y="762000"/>
            <a:ext cx="11430000" cy="3657600"/>
          </a:xfrm>
        </p:spPr>
        <p:txBody>
          <a:bodyPr vert="horz" lIns="91440" tIns="45720" rIns="91440" bIns="45720" rtlCol="0" anchor="t">
            <a:normAutofit/>
          </a:bodyPr>
          <a:lstStyle>
            <a:lvl1pPr>
              <a:defRPr lang="en-US" sz="7800" dirty="0">
                <a:solidFill>
                  <a:schemeClr val="tx1"/>
                </a:solidFill>
              </a:defRPr>
            </a:lvl1pPr>
          </a:lstStyle>
          <a:p>
            <a:pPr lvl="0"/>
            <a:r>
              <a:rPr lang="en-US"/>
              <a:t>Click to edit Master title style</a:t>
            </a:r>
          </a:p>
        </p:txBody>
      </p:sp>
      <p:sp>
        <p:nvSpPr>
          <p:cNvPr id="9" name="Subtitle 2">
            <a:extLst>
              <a:ext uri="{FF2B5EF4-FFF2-40B4-BE49-F238E27FC236}">
                <a16:creationId xmlns:a16="http://schemas.microsoft.com/office/drawing/2014/main" id="{EC4BE864-9BF7-0A02-20CD-11179C631C06}"/>
              </a:ext>
            </a:extLst>
          </p:cNvPr>
          <p:cNvSpPr>
            <a:spLocks noGrp="1"/>
          </p:cNvSpPr>
          <p:nvPr>
            <p:ph type="subTitle" idx="1"/>
          </p:nvPr>
        </p:nvSpPr>
        <p:spPr>
          <a:xfrm>
            <a:off x="380999" y="4693206"/>
            <a:ext cx="11423901" cy="1200698"/>
          </a:xfrm>
        </p:spPr>
        <p:txBody>
          <a:bodyPr vert="horz" lIns="91440" tIns="45720" rIns="91440" bIns="45720" rtlCol="0" anchor="b">
            <a:normAutofit/>
          </a:bodyPr>
          <a:lstStyle>
            <a:lvl1pPr marL="0" indent="0">
              <a:buNone/>
              <a:defRPr lang="en-US" sz="2400" dirty="0">
                <a:solidFill>
                  <a:schemeClr val="tx1"/>
                </a:solidFill>
              </a:defRPr>
            </a:lvl1pPr>
          </a:lstStyle>
          <a:p>
            <a:pPr lvl="0"/>
            <a:r>
              <a:rPr lang="en-US"/>
              <a:t>Click to edit Master subtitle style</a:t>
            </a:r>
          </a:p>
        </p:txBody>
      </p:sp>
      <p:sp>
        <p:nvSpPr>
          <p:cNvPr id="6" name="Footer Placeholder 5">
            <a:extLst>
              <a:ext uri="{FF2B5EF4-FFF2-40B4-BE49-F238E27FC236}">
                <a16:creationId xmlns:a16="http://schemas.microsoft.com/office/drawing/2014/main" id="{A21ECD73-1101-370B-043E-9A05C96B37C1}"/>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5" name="Date Placeholder 4">
            <a:extLst>
              <a:ext uri="{FF2B5EF4-FFF2-40B4-BE49-F238E27FC236}">
                <a16:creationId xmlns:a16="http://schemas.microsoft.com/office/drawing/2014/main" id="{C91AED54-AE01-C430-241C-8491E4DE3447}"/>
              </a:ext>
            </a:extLst>
          </p:cNvPr>
          <p:cNvSpPr>
            <a:spLocks noGrp="1"/>
          </p:cNvSpPr>
          <p:nvPr>
            <p:ph type="dt" sz="half" idx="10"/>
          </p:nvPr>
        </p:nvSpPr>
        <p:spPr/>
        <p:txBody>
          <a:bodyPr/>
          <a:lstStyle>
            <a:lvl1pPr>
              <a:defRPr>
                <a:solidFill>
                  <a:schemeClr val="tx1"/>
                </a:solidFill>
              </a:defRPr>
            </a:lvl1pPr>
          </a:lstStyle>
          <a:p>
            <a:fld id="{B00944C7-D780-42EB-8FC0-ACF7D80C47F4}" type="datetime1">
              <a:rPr lang="en-US" smtClean="0"/>
              <a:t>5/29/2026</a:t>
            </a:fld>
            <a:endParaRPr lang="en-US"/>
          </a:p>
        </p:txBody>
      </p:sp>
      <p:sp>
        <p:nvSpPr>
          <p:cNvPr id="10" name="Slide Number Placeholder 9">
            <a:extLst>
              <a:ext uri="{FF2B5EF4-FFF2-40B4-BE49-F238E27FC236}">
                <a16:creationId xmlns:a16="http://schemas.microsoft.com/office/drawing/2014/main" id="{9D2A2F3B-8AF0-A668-5A10-902D91ABB196}"/>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14976818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bg1"/>
        </a:solidFill>
        <a:effectLst/>
      </p:bgPr>
    </p:bg>
    <p:spTree>
      <p:nvGrpSpPr>
        <p:cNvPr id="1" name=""/>
        <p:cNvGrpSpPr/>
        <p:nvPr/>
      </p:nvGrpSpPr>
      <p:grpSpPr>
        <a:xfrm>
          <a:off x="0" y="0"/>
          <a:ext cx="0" cy="0"/>
          <a:chOff x="0" y="0"/>
          <a:chExt cx="0" cy="0"/>
        </a:xfrm>
      </p:grpSpPr>
      <p:pic>
        <p:nvPicPr>
          <p:cNvPr id="16" name="Picture 15" descr="A blue and pink gradient&#10;&#10;AI-generated content may be incorrect.">
            <a:extLst>
              <a:ext uri="{FF2B5EF4-FFF2-40B4-BE49-F238E27FC236}">
                <a16:creationId xmlns:a16="http://schemas.microsoft.com/office/drawing/2014/main" id="{C4E3A73A-08AC-E4D5-72D4-A52D01BE1EC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8" name="Graphic 7">
            <a:extLst>
              <a:ext uri="{FF2B5EF4-FFF2-40B4-BE49-F238E27FC236}">
                <a16:creationId xmlns:a16="http://schemas.microsoft.com/office/drawing/2014/main" id="{EA4B4CAF-A0E8-F09F-D6AB-040C9D9C0DF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0800000">
            <a:off x="0" y="0"/>
            <a:ext cx="12192000" cy="6858000"/>
          </a:xfrm>
          <a:prstGeom prst="rect">
            <a:avLst/>
          </a:prstGeom>
        </p:spPr>
      </p:pic>
      <p:sp>
        <p:nvSpPr>
          <p:cNvPr id="9" name="Title 1">
            <a:extLst>
              <a:ext uri="{FF2B5EF4-FFF2-40B4-BE49-F238E27FC236}">
                <a16:creationId xmlns:a16="http://schemas.microsoft.com/office/drawing/2014/main" id="{828725B4-D968-BAAF-19B1-9A4719C72B48}"/>
              </a:ext>
            </a:extLst>
          </p:cNvPr>
          <p:cNvSpPr>
            <a:spLocks noGrp="1"/>
          </p:cNvSpPr>
          <p:nvPr>
            <p:ph type="ctrTitle"/>
          </p:nvPr>
        </p:nvSpPr>
        <p:spPr>
          <a:xfrm>
            <a:off x="609600" y="1215884"/>
            <a:ext cx="10972800" cy="2379013"/>
          </a:xfrm>
        </p:spPr>
        <p:txBody>
          <a:bodyPr anchor="b">
            <a:normAutofit/>
          </a:bodyPr>
          <a:lstStyle>
            <a:lvl1pPr algn="ctr">
              <a:defRPr sz="6000">
                <a:solidFill>
                  <a:schemeClr val="tx1"/>
                </a:solidFill>
              </a:defRPr>
            </a:lvl1pPr>
          </a:lstStyle>
          <a:p>
            <a:r>
              <a:rPr lang="en-US"/>
              <a:t>Click to edit Master title style</a:t>
            </a:r>
          </a:p>
        </p:txBody>
      </p:sp>
      <p:sp>
        <p:nvSpPr>
          <p:cNvPr id="10" name="Subtitle 2">
            <a:extLst>
              <a:ext uri="{FF2B5EF4-FFF2-40B4-BE49-F238E27FC236}">
                <a16:creationId xmlns:a16="http://schemas.microsoft.com/office/drawing/2014/main" id="{B61B9004-3C8A-9454-2377-0A58ADD11064}"/>
              </a:ext>
            </a:extLst>
          </p:cNvPr>
          <p:cNvSpPr>
            <a:spLocks noGrp="1"/>
          </p:cNvSpPr>
          <p:nvPr>
            <p:ph type="subTitle" idx="1"/>
          </p:nvPr>
        </p:nvSpPr>
        <p:spPr>
          <a:xfrm>
            <a:off x="1524000" y="3695090"/>
            <a:ext cx="9144000" cy="1029310"/>
          </a:xfrm>
        </p:spPr>
        <p:txBody>
          <a:bodyPr>
            <a:normAutofit/>
          </a:bodyPr>
          <a:lstStyle>
            <a:lvl1pPr marL="0" indent="0" algn="ctr">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Footer Placeholder 5">
            <a:extLst>
              <a:ext uri="{FF2B5EF4-FFF2-40B4-BE49-F238E27FC236}">
                <a16:creationId xmlns:a16="http://schemas.microsoft.com/office/drawing/2014/main" id="{A0D1CDF6-EB44-5678-B0EF-08B581B13232}"/>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5" name="Date Placeholder 4">
            <a:extLst>
              <a:ext uri="{FF2B5EF4-FFF2-40B4-BE49-F238E27FC236}">
                <a16:creationId xmlns:a16="http://schemas.microsoft.com/office/drawing/2014/main" id="{261C10FD-386D-733D-548B-ABCCE0CD112E}"/>
              </a:ext>
            </a:extLst>
          </p:cNvPr>
          <p:cNvSpPr>
            <a:spLocks noGrp="1"/>
          </p:cNvSpPr>
          <p:nvPr>
            <p:ph type="dt" sz="half" idx="10"/>
          </p:nvPr>
        </p:nvSpPr>
        <p:spPr/>
        <p:txBody>
          <a:bodyPr/>
          <a:lstStyle>
            <a:lvl1pPr>
              <a:defRPr>
                <a:solidFill>
                  <a:schemeClr val="tx1"/>
                </a:solidFill>
              </a:defRPr>
            </a:lvl1pPr>
          </a:lstStyle>
          <a:p>
            <a:fld id="{D8D72B74-AACB-4AD6-AF95-1E4BD0E20F87}" type="datetime1">
              <a:rPr lang="en-US" smtClean="0"/>
              <a:t>5/29/2026</a:t>
            </a:fld>
            <a:endParaRPr lang="en-US"/>
          </a:p>
        </p:txBody>
      </p:sp>
      <p:sp>
        <p:nvSpPr>
          <p:cNvPr id="11" name="Slide Number Placeholder 10">
            <a:extLst>
              <a:ext uri="{FF2B5EF4-FFF2-40B4-BE49-F238E27FC236}">
                <a16:creationId xmlns:a16="http://schemas.microsoft.com/office/drawing/2014/main" id="{C99647C5-B8C9-C91C-8056-A758BA2C5D55}"/>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36554699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4">
    <p:bg>
      <p:bgPr>
        <a:solidFill>
          <a:schemeClr val="bg1"/>
        </a:solidFill>
        <a:effectLst/>
      </p:bgPr>
    </p:bg>
    <p:spTree>
      <p:nvGrpSpPr>
        <p:cNvPr id="1" name=""/>
        <p:cNvGrpSpPr/>
        <p:nvPr/>
      </p:nvGrpSpPr>
      <p:grpSpPr>
        <a:xfrm>
          <a:off x="0" y="0"/>
          <a:ext cx="0" cy="0"/>
          <a:chOff x="0" y="0"/>
          <a:chExt cx="0" cy="0"/>
        </a:xfrm>
      </p:grpSpPr>
      <p:pic>
        <p:nvPicPr>
          <p:cNvPr id="8" name="Picture 7" descr="A blurry image of a blue and pink gradient&#10;&#10;AI-generated content may be incorrect.">
            <a:extLst>
              <a:ext uri="{FF2B5EF4-FFF2-40B4-BE49-F238E27FC236}">
                <a16:creationId xmlns:a16="http://schemas.microsoft.com/office/drawing/2014/main" id="{DE9BAE23-5B02-7784-4C10-09E5C32B23F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EA453100-C9A1-0247-1B59-0CFA0C2BC0C1}"/>
              </a:ext>
            </a:extLst>
          </p:cNvPr>
          <p:cNvSpPr>
            <a:spLocks noGrp="1"/>
          </p:cNvSpPr>
          <p:nvPr>
            <p:ph type="ctrTitle"/>
          </p:nvPr>
        </p:nvSpPr>
        <p:spPr>
          <a:xfrm>
            <a:off x="381000" y="838200"/>
            <a:ext cx="11430000" cy="3657600"/>
          </a:xfrm>
        </p:spPr>
        <p:txBody>
          <a:bodyPr vert="horz" lIns="91440" tIns="45720" rIns="91440" bIns="45720" rtlCol="0" anchor="b">
            <a:normAutofit/>
          </a:bodyPr>
          <a:lstStyle>
            <a:lvl1pPr algn="r">
              <a:defRPr lang="en-US" sz="7800" dirty="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7143F882-C21D-9051-E025-9CB6D3A7255D}"/>
              </a:ext>
            </a:extLst>
          </p:cNvPr>
          <p:cNvSpPr>
            <a:spLocks noGrp="1"/>
          </p:cNvSpPr>
          <p:nvPr>
            <p:ph type="subTitle" idx="1"/>
          </p:nvPr>
        </p:nvSpPr>
        <p:spPr>
          <a:xfrm>
            <a:off x="380999" y="4522304"/>
            <a:ext cx="11423901" cy="1200698"/>
          </a:xfrm>
        </p:spPr>
        <p:txBody>
          <a:bodyPr vert="horz" lIns="91440" tIns="45720" rIns="91440" bIns="45720" rtlCol="0" anchor="t">
            <a:normAutofit/>
          </a:bodyPr>
          <a:lstStyle>
            <a:lvl1pPr marL="0" indent="0" algn="r">
              <a:buNone/>
              <a:defRPr lang="en-US" sz="2400" dirty="0">
                <a:solidFill>
                  <a:schemeClr val="tx1"/>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2964A10-FC71-EA8C-A80C-6591AA1FBC4D}"/>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A69B2810-D299-45D4-10D3-829D813C5667}"/>
              </a:ext>
            </a:extLst>
          </p:cNvPr>
          <p:cNvSpPr>
            <a:spLocks noGrp="1"/>
          </p:cNvSpPr>
          <p:nvPr>
            <p:ph type="dt" sz="half" idx="10"/>
          </p:nvPr>
        </p:nvSpPr>
        <p:spPr/>
        <p:txBody>
          <a:bodyPr/>
          <a:lstStyle/>
          <a:p>
            <a:fld id="{EA78B54A-D3FD-4551-B8BF-955A855EE366}" type="datetime1">
              <a:rPr lang="en-US" smtClean="0"/>
              <a:t>5/29/2026</a:t>
            </a:fld>
            <a:endParaRPr lang="en-US"/>
          </a:p>
        </p:txBody>
      </p:sp>
      <p:sp>
        <p:nvSpPr>
          <p:cNvPr id="6" name="Slide Number Placeholder 5">
            <a:extLst>
              <a:ext uri="{FF2B5EF4-FFF2-40B4-BE49-F238E27FC236}">
                <a16:creationId xmlns:a16="http://schemas.microsoft.com/office/drawing/2014/main" id="{2ACA30D0-2A71-E8EE-55DA-B29C4CC84EB9}"/>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43182534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p:bg>
      <p:bgPr>
        <a:solidFill>
          <a:schemeClr val="bg1"/>
        </a:solidFill>
        <a:effectLst/>
      </p:bgPr>
    </p:bg>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4DCEB9D3-E2CB-5A44-54CA-3B1A42C2DABE}"/>
              </a:ext>
            </a:extLst>
          </p:cNvPr>
          <p:cNvSpPr>
            <a:spLocks noGrp="1"/>
          </p:cNvSpPr>
          <p:nvPr>
            <p:ph type="pic" sz="quarter" idx="10"/>
          </p:nvPr>
        </p:nvSpPr>
        <p:spPr>
          <a:xfrm>
            <a:off x="152400" y="152401"/>
            <a:ext cx="11887200" cy="6553197"/>
          </a:xfrm>
          <a:custGeom>
            <a:avLst/>
            <a:gdLst>
              <a:gd name="connsiteX0" fmla="*/ 349231 w 11887200"/>
              <a:gd name="connsiteY0" fmla="*/ 0 h 6553197"/>
              <a:gd name="connsiteX1" fmla="*/ 5672697 w 11887200"/>
              <a:gd name="connsiteY1" fmla="*/ 0 h 6553197"/>
              <a:gd name="connsiteX2" fmla="*/ 5727277 w 11887200"/>
              <a:gd name="connsiteY2" fmla="*/ 5502 h 6553197"/>
              <a:gd name="connsiteX3" fmla="*/ 5943600 w 11887200"/>
              <a:gd name="connsiteY3" fmla="*/ 270922 h 6553197"/>
              <a:gd name="connsiteX4" fmla="*/ 6214523 w 11887200"/>
              <a:gd name="connsiteY4" fmla="*/ 541844 h 6553197"/>
              <a:gd name="connsiteX5" fmla="*/ 11537950 w 11887200"/>
              <a:gd name="connsiteY5" fmla="*/ 541845 h 6553197"/>
              <a:gd name="connsiteX6" fmla="*/ 11887200 w 11887200"/>
              <a:gd name="connsiteY6" fmla="*/ 891094 h 6553197"/>
              <a:gd name="connsiteX7" fmla="*/ 11887200 w 11887200"/>
              <a:gd name="connsiteY7" fmla="*/ 6203948 h 6553197"/>
              <a:gd name="connsiteX8" fmla="*/ 11537950 w 11887200"/>
              <a:gd name="connsiteY8" fmla="*/ 6553197 h 6553197"/>
              <a:gd name="connsiteX9" fmla="*/ 7664450 w 11887200"/>
              <a:gd name="connsiteY9" fmla="*/ 6553197 h 6553197"/>
              <a:gd name="connsiteX10" fmla="*/ 7315200 w 11887200"/>
              <a:gd name="connsiteY10" fmla="*/ 6203948 h 6553197"/>
              <a:gd name="connsiteX11" fmla="*/ 7315200 w 11887200"/>
              <a:gd name="connsiteY11" fmla="*/ 4548693 h 6553197"/>
              <a:gd name="connsiteX12" fmla="*/ 6965950 w 11887200"/>
              <a:gd name="connsiteY12" fmla="*/ 4199443 h 6553197"/>
              <a:gd name="connsiteX13" fmla="*/ 349250 w 11887200"/>
              <a:gd name="connsiteY13" fmla="*/ 4199443 h 6553197"/>
              <a:gd name="connsiteX14" fmla="*/ 0 w 11887200"/>
              <a:gd name="connsiteY14" fmla="*/ 3850193 h 6553197"/>
              <a:gd name="connsiteX15" fmla="*/ 0 w 11887200"/>
              <a:gd name="connsiteY15" fmla="*/ 349248 h 6553197"/>
              <a:gd name="connsiteX16" fmla="*/ 278864 w 11887200"/>
              <a:gd name="connsiteY16" fmla="*/ 7094 h 6553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887200" h="6553197">
                <a:moveTo>
                  <a:pt x="349231" y="0"/>
                </a:moveTo>
                <a:lnTo>
                  <a:pt x="5672697" y="0"/>
                </a:lnTo>
                <a:lnTo>
                  <a:pt x="5727277" y="5502"/>
                </a:lnTo>
                <a:cubicBezTo>
                  <a:pt x="5850732" y="30765"/>
                  <a:pt x="5943600" y="139999"/>
                  <a:pt x="5943600" y="270922"/>
                </a:cubicBezTo>
                <a:cubicBezTo>
                  <a:pt x="5943600" y="420548"/>
                  <a:pt x="6064898" y="541844"/>
                  <a:pt x="6214523" y="541844"/>
                </a:cubicBezTo>
                <a:lnTo>
                  <a:pt x="11537950" y="541845"/>
                </a:lnTo>
                <a:cubicBezTo>
                  <a:pt x="11730863" y="541845"/>
                  <a:pt x="11887200" y="698212"/>
                  <a:pt x="11887200" y="891094"/>
                </a:cubicBezTo>
                <a:lnTo>
                  <a:pt x="11887200" y="6203948"/>
                </a:lnTo>
                <a:cubicBezTo>
                  <a:pt x="11887200" y="6396861"/>
                  <a:pt x="11730863" y="6553197"/>
                  <a:pt x="11537950" y="6553197"/>
                </a:cubicBezTo>
                <a:lnTo>
                  <a:pt x="7664450" y="6553197"/>
                </a:lnTo>
                <a:cubicBezTo>
                  <a:pt x="7471537" y="6553197"/>
                  <a:pt x="7315200" y="6396861"/>
                  <a:pt x="7315200" y="6203948"/>
                </a:cubicBezTo>
                <a:lnTo>
                  <a:pt x="7315200" y="4548693"/>
                </a:lnTo>
                <a:cubicBezTo>
                  <a:pt x="7315200" y="4355806"/>
                  <a:pt x="7158863" y="4199443"/>
                  <a:pt x="6965950" y="4199443"/>
                </a:cubicBezTo>
                <a:lnTo>
                  <a:pt x="349250" y="4199443"/>
                </a:lnTo>
                <a:cubicBezTo>
                  <a:pt x="156365" y="4199443"/>
                  <a:pt x="0" y="4043081"/>
                  <a:pt x="0" y="3850193"/>
                </a:cubicBezTo>
                <a:lnTo>
                  <a:pt x="0" y="349248"/>
                </a:lnTo>
                <a:cubicBezTo>
                  <a:pt x="0" y="180474"/>
                  <a:pt x="119717" y="39660"/>
                  <a:pt x="278864" y="7094"/>
                </a:cubicBezTo>
                <a:close/>
              </a:path>
            </a:pathLst>
          </a:custGeom>
          <a:blipFill>
            <a:blip r:embed="rId2" cstate="email">
              <a:alphaModFix amt="60000"/>
              <a:extLst>
                <a:ext uri="{28A0092B-C50C-407E-A947-70E740481C1C}">
                  <a14:useLocalDpi xmlns:a14="http://schemas.microsoft.com/office/drawing/2010/main"/>
                </a:ext>
              </a:extLst>
            </a:blip>
            <a:stretch>
              <a:fillRect/>
            </a:stretch>
          </a:blipFill>
        </p:spPr>
        <p:txBody>
          <a:bodyPr wrap="square">
            <a:noAutofit/>
          </a:bodyPr>
          <a:lstStyle/>
          <a:p>
            <a:endParaRPr lang="en-US"/>
          </a:p>
        </p:txBody>
      </p:sp>
      <p:sp>
        <p:nvSpPr>
          <p:cNvPr id="4" name="Title 1">
            <a:extLst>
              <a:ext uri="{FF2B5EF4-FFF2-40B4-BE49-F238E27FC236}">
                <a16:creationId xmlns:a16="http://schemas.microsoft.com/office/drawing/2014/main" id="{76EEAF27-D94E-F4D8-599C-5544E29AAA4E}"/>
              </a:ext>
            </a:extLst>
          </p:cNvPr>
          <p:cNvSpPr>
            <a:spLocks noGrp="1"/>
          </p:cNvSpPr>
          <p:nvPr>
            <p:ph type="ctrTitle"/>
          </p:nvPr>
        </p:nvSpPr>
        <p:spPr>
          <a:xfrm>
            <a:off x="381000" y="4876800"/>
            <a:ext cx="6629400" cy="914400"/>
          </a:xfrm>
        </p:spPr>
        <p:txBody>
          <a:bodyPr vert="horz" lIns="91440" tIns="45720" rIns="91440" bIns="45720" rtlCol="0" anchor="b">
            <a:normAutofit/>
          </a:bodyPr>
          <a:lstStyle>
            <a:lvl1pPr>
              <a:defRPr lang="en-US" sz="5000" dirty="0"/>
            </a:lvl1pPr>
          </a:lstStyle>
          <a:p>
            <a:pPr lvl="0"/>
            <a:r>
              <a:rPr lang="en-US"/>
              <a:t>Click to edit Master title style</a:t>
            </a:r>
          </a:p>
        </p:txBody>
      </p:sp>
      <p:sp>
        <p:nvSpPr>
          <p:cNvPr id="6" name="Subtitle 2">
            <a:extLst>
              <a:ext uri="{FF2B5EF4-FFF2-40B4-BE49-F238E27FC236}">
                <a16:creationId xmlns:a16="http://schemas.microsoft.com/office/drawing/2014/main" id="{E2AD91C1-AABA-5486-26F6-705AEBE1A0FC}"/>
              </a:ext>
            </a:extLst>
          </p:cNvPr>
          <p:cNvSpPr>
            <a:spLocks noGrp="1"/>
          </p:cNvSpPr>
          <p:nvPr>
            <p:ph type="subTitle" idx="1"/>
          </p:nvPr>
        </p:nvSpPr>
        <p:spPr>
          <a:xfrm>
            <a:off x="381000" y="5791200"/>
            <a:ext cx="6629400" cy="533400"/>
          </a:xfrm>
        </p:spPr>
        <p:txBody>
          <a:bodyPr vert="horz" lIns="91440" tIns="45720" rIns="91440" bIns="45720" rtlCol="0">
            <a:normAutofit/>
          </a:bodyPr>
          <a:lstStyle>
            <a:lvl1pPr marL="0" indent="0">
              <a:buNone/>
              <a:defRPr lang="en-US" sz="1600" dirty="0"/>
            </a:lvl1pPr>
          </a:lstStyle>
          <a:p>
            <a:pPr lvl="0"/>
            <a:r>
              <a:rPr lang="en-US"/>
              <a:t>Click to edit Master subtitle style</a:t>
            </a:r>
          </a:p>
        </p:txBody>
      </p:sp>
      <p:sp>
        <p:nvSpPr>
          <p:cNvPr id="23" name="Footer Placeholder 10">
            <a:extLst>
              <a:ext uri="{FF2B5EF4-FFF2-40B4-BE49-F238E27FC236}">
                <a16:creationId xmlns:a16="http://schemas.microsoft.com/office/drawing/2014/main" id="{03310A58-9218-F5EC-4604-561F50426E39}"/>
              </a:ext>
            </a:extLst>
          </p:cNvPr>
          <p:cNvSpPr>
            <a:spLocks noGrp="1"/>
          </p:cNvSpPr>
          <p:nvPr>
            <p:ph type="ftr" sz="quarter" idx="12"/>
          </p:nvPr>
        </p:nvSpPr>
        <p:spPr>
          <a:xfrm>
            <a:off x="6280176" y="152400"/>
            <a:ext cx="3200400" cy="365125"/>
          </a:xfrm>
        </p:spPr>
        <p:txBody>
          <a:bodyPr/>
          <a:lstStyle/>
          <a:p>
            <a:r>
              <a:rPr lang="en-US"/>
              <a:t>Sample Footer Text</a:t>
            </a:r>
          </a:p>
        </p:txBody>
      </p:sp>
      <p:sp>
        <p:nvSpPr>
          <p:cNvPr id="22" name="Date Placeholder 5">
            <a:extLst>
              <a:ext uri="{FF2B5EF4-FFF2-40B4-BE49-F238E27FC236}">
                <a16:creationId xmlns:a16="http://schemas.microsoft.com/office/drawing/2014/main" id="{2DA21EAE-6045-3E9B-D31B-4AC9A3A61CE5}"/>
              </a:ext>
            </a:extLst>
          </p:cNvPr>
          <p:cNvSpPr>
            <a:spLocks noGrp="1"/>
          </p:cNvSpPr>
          <p:nvPr>
            <p:ph type="dt" sz="half" idx="11"/>
          </p:nvPr>
        </p:nvSpPr>
        <p:spPr>
          <a:xfrm>
            <a:off x="9531099" y="152400"/>
            <a:ext cx="1800171" cy="365125"/>
          </a:xfrm>
        </p:spPr>
        <p:txBody>
          <a:bodyPr/>
          <a:lstStyle/>
          <a:p>
            <a:fld id="{8F587465-AED4-4D36-943E-B8F6EEEF54E8}" type="datetime1">
              <a:rPr lang="en-US" smtClean="0"/>
              <a:t>5/29/2026</a:t>
            </a:fld>
            <a:endParaRPr lang="en-US"/>
          </a:p>
        </p:txBody>
      </p:sp>
      <p:sp>
        <p:nvSpPr>
          <p:cNvPr id="24" name="Slide Number Placeholder 11">
            <a:extLst>
              <a:ext uri="{FF2B5EF4-FFF2-40B4-BE49-F238E27FC236}">
                <a16:creationId xmlns:a16="http://schemas.microsoft.com/office/drawing/2014/main" id="{22C589B9-597D-55C7-FAFE-05660F35D677}"/>
              </a:ext>
            </a:extLst>
          </p:cNvPr>
          <p:cNvSpPr>
            <a:spLocks noGrp="1"/>
          </p:cNvSpPr>
          <p:nvPr>
            <p:ph type="sldNum" sz="quarter" idx="13"/>
          </p:nvPr>
        </p:nvSpPr>
        <p:spPr>
          <a:xfrm>
            <a:off x="11381793" y="152400"/>
            <a:ext cx="429207" cy="365125"/>
          </a:xfrm>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78023543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with Picture 2">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8DD81ECD-75EA-ADAF-3DF5-385A64329A6E}"/>
              </a:ext>
            </a:extLst>
          </p:cNvPr>
          <p:cNvSpPr>
            <a:spLocks noGrp="1"/>
          </p:cNvSpPr>
          <p:nvPr>
            <p:ph type="ctrTitle"/>
          </p:nvPr>
        </p:nvSpPr>
        <p:spPr>
          <a:xfrm>
            <a:off x="7010400" y="1371597"/>
            <a:ext cx="4800600" cy="2845567"/>
          </a:xfrm>
        </p:spPr>
        <p:txBody>
          <a:bodyPr vert="horz" lIns="91440" tIns="45720" rIns="91440" bIns="45720" rtlCol="0" anchor="b">
            <a:normAutofit/>
          </a:bodyPr>
          <a:lstStyle>
            <a:lvl1pPr>
              <a:defRPr lang="en-US" sz="4400" dirty="0"/>
            </a:lvl1pPr>
          </a:lstStyle>
          <a:p>
            <a:pPr lvl="0"/>
            <a:r>
              <a:rPr lang="en-US"/>
              <a:t>Click to edit Master title style</a:t>
            </a:r>
          </a:p>
        </p:txBody>
      </p:sp>
      <p:sp>
        <p:nvSpPr>
          <p:cNvPr id="8" name="Subtitle 2">
            <a:extLst>
              <a:ext uri="{FF2B5EF4-FFF2-40B4-BE49-F238E27FC236}">
                <a16:creationId xmlns:a16="http://schemas.microsoft.com/office/drawing/2014/main" id="{BE92A243-44D0-242D-CFED-E6D548373BD1}"/>
              </a:ext>
            </a:extLst>
          </p:cNvPr>
          <p:cNvSpPr>
            <a:spLocks noGrp="1"/>
          </p:cNvSpPr>
          <p:nvPr>
            <p:ph type="subTitle" idx="1"/>
          </p:nvPr>
        </p:nvSpPr>
        <p:spPr>
          <a:xfrm>
            <a:off x="7004304" y="4363278"/>
            <a:ext cx="4800600" cy="1123122"/>
          </a:xfrm>
        </p:spPr>
        <p:txBody>
          <a:bodyPr vert="horz" lIns="91440" tIns="45720" rIns="91440" bIns="45720" rtlCol="0">
            <a:normAutofit/>
          </a:bodyPr>
          <a:lstStyle>
            <a:lvl1pPr marL="0" indent="0">
              <a:buNone/>
              <a:defRPr lang="en-US" sz="1800" dirty="0"/>
            </a:lvl1pPr>
          </a:lstStyle>
          <a:p>
            <a:pPr lvl="0"/>
            <a:r>
              <a:rPr lang="en-US"/>
              <a:t>Click to edit Master subtitle style</a:t>
            </a:r>
          </a:p>
        </p:txBody>
      </p:sp>
      <p:sp>
        <p:nvSpPr>
          <p:cNvPr id="2" name="Picture Placeholder 1">
            <a:extLst>
              <a:ext uri="{FF2B5EF4-FFF2-40B4-BE49-F238E27FC236}">
                <a16:creationId xmlns:a16="http://schemas.microsoft.com/office/drawing/2014/main" id="{C81FF1C8-D50B-713C-E78E-43102F0D727A}"/>
              </a:ext>
            </a:extLst>
          </p:cNvPr>
          <p:cNvSpPr>
            <a:spLocks noGrp="1"/>
          </p:cNvSpPr>
          <p:nvPr>
            <p:ph type="pic" sz="quarter" idx="15"/>
          </p:nvPr>
        </p:nvSpPr>
        <p:spPr>
          <a:xfrm>
            <a:off x="152400" y="153417"/>
            <a:ext cx="5943599" cy="6552184"/>
          </a:xfrm>
          <a:custGeom>
            <a:avLst/>
            <a:gdLst>
              <a:gd name="connsiteX0" fmla="*/ 349249 w 5943599"/>
              <a:gd name="connsiteY0" fmla="*/ 0 h 6552184"/>
              <a:gd name="connsiteX1" fmla="*/ 5594350 w 5943599"/>
              <a:gd name="connsiteY1" fmla="*/ 0 h 6552184"/>
              <a:gd name="connsiteX2" fmla="*/ 5936505 w 5943599"/>
              <a:gd name="connsiteY2" fmla="*/ 278864 h 6552184"/>
              <a:gd name="connsiteX3" fmla="*/ 5943599 w 5943599"/>
              <a:gd name="connsiteY3" fmla="*/ 349240 h 6552184"/>
              <a:gd name="connsiteX4" fmla="*/ 5943599 w 5943599"/>
              <a:gd name="connsiteY4" fmla="*/ 6202933 h 6552184"/>
              <a:gd name="connsiteX5" fmla="*/ 5936505 w 5943599"/>
              <a:gd name="connsiteY5" fmla="*/ 6273302 h 6552184"/>
              <a:gd name="connsiteX6" fmla="*/ 5594350 w 5943599"/>
              <a:gd name="connsiteY6" fmla="*/ 6552184 h 6552184"/>
              <a:gd name="connsiteX7" fmla="*/ 3222460 w 5943599"/>
              <a:gd name="connsiteY7" fmla="*/ 6552184 h 6552184"/>
              <a:gd name="connsiteX8" fmla="*/ 2971800 w 5943599"/>
              <a:gd name="connsiteY8" fmla="*/ 6301512 h 6552184"/>
              <a:gd name="connsiteX9" fmla="*/ 2721140 w 5943599"/>
              <a:gd name="connsiteY9" fmla="*/ 6050852 h 6552184"/>
              <a:gd name="connsiteX10" fmla="*/ 349249 w 5943599"/>
              <a:gd name="connsiteY10" fmla="*/ 6050852 h 6552184"/>
              <a:gd name="connsiteX11" fmla="*/ 7095 w 5943599"/>
              <a:gd name="connsiteY11" fmla="*/ 5771987 h 6552184"/>
              <a:gd name="connsiteX12" fmla="*/ 0 w 5943599"/>
              <a:gd name="connsiteY12" fmla="*/ 5701612 h 6552184"/>
              <a:gd name="connsiteX13" fmla="*/ 0 w 5943599"/>
              <a:gd name="connsiteY13" fmla="*/ 349239 h 6552184"/>
              <a:gd name="connsiteX14" fmla="*/ 7095 w 5943599"/>
              <a:gd name="connsiteY14" fmla="*/ 278863 h 6552184"/>
              <a:gd name="connsiteX15" fmla="*/ 349249 w 5943599"/>
              <a:gd name="connsiteY15" fmla="*/ 0 h 6552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43599" h="6552184">
                <a:moveTo>
                  <a:pt x="349249" y="0"/>
                </a:moveTo>
                <a:lnTo>
                  <a:pt x="5594350" y="0"/>
                </a:lnTo>
                <a:cubicBezTo>
                  <a:pt x="5763127" y="0"/>
                  <a:pt x="5903939" y="119716"/>
                  <a:pt x="5936505" y="278864"/>
                </a:cubicBezTo>
                <a:lnTo>
                  <a:pt x="5943599" y="349240"/>
                </a:lnTo>
                <a:lnTo>
                  <a:pt x="5943599" y="6202933"/>
                </a:lnTo>
                <a:lnTo>
                  <a:pt x="5936505" y="6273302"/>
                </a:lnTo>
                <a:cubicBezTo>
                  <a:pt x="5903939" y="6432441"/>
                  <a:pt x="5763127" y="6552184"/>
                  <a:pt x="5594350" y="6552184"/>
                </a:cubicBezTo>
                <a:lnTo>
                  <a:pt x="3222460" y="6552184"/>
                </a:lnTo>
                <a:cubicBezTo>
                  <a:pt x="3084023" y="6552184"/>
                  <a:pt x="2971800" y="6439916"/>
                  <a:pt x="2971800" y="6301512"/>
                </a:cubicBezTo>
                <a:cubicBezTo>
                  <a:pt x="2971800" y="6163075"/>
                  <a:pt x="2859576" y="6050852"/>
                  <a:pt x="2721140" y="6050852"/>
                </a:cubicBezTo>
                <a:lnTo>
                  <a:pt x="349249" y="6050852"/>
                </a:lnTo>
                <a:cubicBezTo>
                  <a:pt x="180474" y="6050852"/>
                  <a:pt x="39661" y="5931132"/>
                  <a:pt x="7095" y="5771987"/>
                </a:cubicBezTo>
                <a:lnTo>
                  <a:pt x="0" y="5701612"/>
                </a:lnTo>
                <a:lnTo>
                  <a:pt x="0" y="349239"/>
                </a:lnTo>
                <a:lnTo>
                  <a:pt x="7095" y="278863"/>
                </a:lnTo>
                <a:cubicBezTo>
                  <a:pt x="39661" y="119716"/>
                  <a:pt x="180474" y="0"/>
                  <a:pt x="349249" y="0"/>
                </a:cubicBezTo>
                <a:close/>
              </a:path>
            </a:pathLst>
          </a:custGeom>
          <a:blipFill dpi="0" rotWithShape="1">
            <a:blip r:embed="rId2">
              <a:alphaModFix amt="60000"/>
            </a:blip>
            <a:srcRect/>
            <a:stretch>
              <a:fillRect/>
            </a:stretch>
          </a:blipFill>
        </p:spPr>
        <p:txBody>
          <a:bodyPr wrap="square">
            <a:noAutofit/>
          </a:bodyPr>
          <a:lstStyle/>
          <a:p>
            <a:endParaRPr lang="en-US"/>
          </a:p>
        </p:txBody>
      </p:sp>
      <p:sp>
        <p:nvSpPr>
          <p:cNvPr id="13" name="Footer Placeholder 12">
            <a:extLst>
              <a:ext uri="{FF2B5EF4-FFF2-40B4-BE49-F238E27FC236}">
                <a16:creationId xmlns:a16="http://schemas.microsoft.com/office/drawing/2014/main" id="{C17FD179-595A-DFC0-6FEF-70179B771151}"/>
              </a:ext>
            </a:extLst>
          </p:cNvPr>
          <p:cNvSpPr>
            <a:spLocks noGrp="1"/>
          </p:cNvSpPr>
          <p:nvPr>
            <p:ph type="ftr" sz="quarter" idx="17"/>
          </p:nvPr>
        </p:nvSpPr>
        <p:spPr>
          <a:xfrm>
            <a:off x="381000" y="6347057"/>
            <a:ext cx="2514600" cy="365125"/>
          </a:xfrm>
        </p:spPr>
        <p:txBody>
          <a:bodyPr/>
          <a:lstStyle/>
          <a:p>
            <a:r>
              <a:rPr lang="en-US"/>
              <a:t>Sample Footer Text</a:t>
            </a:r>
          </a:p>
        </p:txBody>
      </p:sp>
      <p:sp>
        <p:nvSpPr>
          <p:cNvPr id="12" name="Date Placeholder 11">
            <a:extLst>
              <a:ext uri="{FF2B5EF4-FFF2-40B4-BE49-F238E27FC236}">
                <a16:creationId xmlns:a16="http://schemas.microsoft.com/office/drawing/2014/main" id="{25DD1448-E731-051E-1681-77A911C310CC}"/>
              </a:ext>
            </a:extLst>
          </p:cNvPr>
          <p:cNvSpPr>
            <a:spLocks noGrp="1"/>
          </p:cNvSpPr>
          <p:nvPr>
            <p:ph type="dt" sz="half" idx="16"/>
          </p:nvPr>
        </p:nvSpPr>
        <p:spPr/>
        <p:txBody>
          <a:bodyPr/>
          <a:lstStyle/>
          <a:p>
            <a:fld id="{17C3A84E-C336-46B4-9FA9-A9FFF689287C}" type="datetime1">
              <a:rPr lang="en-US" smtClean="0"/>
              <a:t>5/29/2026</a:t>
            </a:fld>
            <a:endParaRPr lang="en-US"/>
          </a:p>
        </p:txBody>
      </p:sp>
      <p:sp>
        <p:nvSpPr>
          <p:cNvPr id="14" name="Slide Number Placeholder 13">
            <a:extLst>
              <a:ext uri="{FF2B5EF4-FFF2-40B4-BE49-F238E27FC236}">
                <a16:creationId xmlns:a16="http://schemas.microsoft.com/office/drawing/2014/main" id="{EFF5DB76-0219-76D2-80FA-63D615A9A10D}"/>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83158637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5D948CE-769F-7D67-4E7B-1B9EDECCEC8A}"/>
              </a:ext>
            </a:extLst>
          </p:cNvPr>
          <p:cNvSpPr>
            <a:spLocks noGrp="1"/>
          </p:cNvSpPr>
          <p:nvPr>
            <p:ph type="ctrTitle"/>
          </p:nvPr>
        </p:nvSpPr>
        <p:spPr>
          <a:xfrm>
            <a:off x="381000" y="1371597"/>
            <a:ext cx="4800600" cy="2845567"/>
          </a:xfrm>
        </p:spPr>
        <p:txBody>
          <a:bodyPr vert="horz" lIns="91440" tIns="45720" rIns="91440" bIns="45720" rtlCol="0" anchor="b">
            <a:normAutofit/>
          </a:bodyPr>
          <a:lstStyle>
            <a:lvl1pPr>
              <a:defRPr lang="en-US" sz="4400" dirty="0"/>
            </a:lvl1pPr>
          </a:lstStyle>
          <a:p>
            <a:pPr lvl="0"/>
            <a:r>
              <a:rPr lang="en-US"/>
              <a:t>Click to edit Master title style</a:t>
            </a:r>
          </a:p>
        </p:txBody>
      </p:sp>
      <p:sp>
        <p:nvSpPr>
          <p:cNvPr id="8" name="Subtitle 2">
            <a:extLst>
              <a:ext uri="{FF2B5EF4-FFF2-40B4-BE49-F238E27FC236}">
                <a16:creationId xmlns:a16="http://schemas.microsoft.com/office/drawing/2014/main" id="{87D90BD9-1CD9-8EA4-6145-FDBD4F0BA3DF}"/>
              </a:ext>
            </a:extLst>
          </p:cNvPr>
          <p:cNvSpPr>
            <a:spLocks noGrp="1"/>
          </p:cNvSpPr>
          <p:nvPr>
            <p:ph type="subTitle" idx="1"/>
          </p:nvPr>
        </p:nvSpPr>
        <p:spPr>
          <a:xfrm>
            <a:off x="381000" y="4363278"/>
            <a:ext cx="4800599" cy="1123122"/>
          </a:xfrm>
        </p:spPr>
        <p:txBody>
          <a:bodyPr vert="horz" lIns="91440" tIns="45720" rIns="91440" bIns="45720" rtlCol="0">
            <a:normAutofit/>
          </a:bodyPr>
          <a:lstStyle>
            <a:lvl1pPr marL="0" indent="0">
              <a:buNone/>
              <a:defRPr lang="en-US" sz="1800" dirty="0"/>
            </a:lvl1pPr>
          </a:lstStyle>
          <a:p>
            <a:pPr lvl="0"/>
            <a:r>
              <a:rPr lang="en-US"/>
              <a:t>Click to edit Master subtitle style</a:t>
            </a:r>
          </a:p>
        </p:txBody>
      </p:sp>
      <p:sp>
        <p:nvSpPr>
          <p:cNvPr id="2" name="Picture Placeholder 1">
            <a:extLst>
              <a:ext uri="{FF2B5EF4-FFF2-40B4-BE49-F238E27FC236}">
                <a16:creationId xmlns:a16="http://schemas.microsoft.com/office/drawing/2014/main" id="{2F60966E-F060-05E7-54E1-129C2360EC95}"/>
              </a:ext>
            </a:extLst>
          </p:cNvPr>
          <p:cNvSpPr>
            <a:spLocks noGrp="1"/>
          </p:cNvSpPr>
          <p:nvPr>
            <p:ph type="pic" sz="quarter" idx="15"/>
          </p:nvPr>
        </p:nvSpPr>
        <p:spPr>
          <a:xfrm>
            <a:off x="6096001" y="153417"/>
            <a:ext cx="5943599" cy="6552184"/>
          </a:xfrm>
          <a:custGeom>
            <a:avLst/>
            <a:gdLst>
              <a:gd name="connsiteX0" fmla="*/ 349249 w 5943599"/>
              <a:gd name="connsiteY0" fmla="*/ 0 h 6552184"/>
              <a:gd name="connsiteX1" fmla="*/ 5594350 w 5943599"/>
              <a:gd name="connsiteY1" fmla="*/ 0 h 6552184"/>
              <a:gd name="connsiteX2" fmla="*/ 5936505 w 5943599"/>
              <a:gd name="connsiteY2" fmla="*/ 278863 h 6552184"/>
              <a:gd name="connsiteX3" fmla="*/ 5943599 w 5943599"/>
              <a:gd name="connsiteY3" fmla="*/ 349239 h 6552184"/>
              <a:gd name="connsiteX4" fmla="*/ 5943599 w 5943599"/>
              <a:gd name="connsiteY4" fmla="*/ 5701613 h 6552184"/>
              <a:gd name="connsiteX5" fmla="*/ 5936505 w 5943599"/>
              <a:gd name="connsiteY5" fmla="*/ 5771987 h 6552184"/>
              <a:gd name="connsiteX6" fmla="*/ 5594350 w 5943599"/>
              <a:gd name="connsiteY6" fmla="*/ 6050852 h 6552184"/>
              <a:gd name="connsiteX7" fmla="*/ 3222459 w 5943599"/>
              <a:gd name="connsiteY7" fmla="*/ 6050852 h 6552184"/>
              <a:gd name="connsiteX8" fmla="*/ 2971799 w 5943599"/>
              <a:gd name="connsiteY8" fmla="*/ 6301512 h 6552184"/>
              <a:gd name="connsiteX9" fmla="*/ 2721139 w 5943599"/>
              <a:gd name="connsiteY9" fmla="*/ 6552184 h 6552184"/>
              <a:gd name="connsiteX10" fmla="*/ 349249 w 5943599"/>
              <a:gd name="connsiteY10" fmla="*/ 6552184 h 6552184"/>
              <a:gd name="connsiteX11" fmla="*/ 7095 w 5943599"/>
              <a:gd name="connsiteY11" fmla="*/ 6273302 h 6552184"/>
              <a:gd name="connsiteX12" fmla="*/ 0 w 5943599"/>
              <a:gd name="connsiteY12" fmla="*/ 6202932 h 6552184"/>
              <a:gd name="connsiteX13" fmla="*/ 0 w 5943599"/>
              <a:gd name="connsiteY13" fmla="*/ 349240 h 6552184"/>
              <a:gd name="connsiteX14" fmla="*/ 7095 w 5943599"/>
              <a:gd name="connsiteY14" fmla="*/ 278864 h 6552184"/>
              <a:gd name="connsiteX15" fmla="*/ 349249 w 5943599"/>
              <a:gd name="connsiteY15" fmla="*/ 0 h 6552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43599" h="6552184">
                <a:moveTo>
                  <a:pt x="349249" y="0"/>
                </a:moveTo>
                <a:lnTo>
                  <a:pt x="5594350" y="0"/>
                </a:lnTo>
                <a:cubicBezTo>
                  <a:pt x="5763125" y="0"/>
                  <a:pt x="5903938" y="119716"/>
                  <a:pt x="5936505" y="278863"/>
                </a:cubicBezTo>
                <a:lnTo>
                  <a:pt x="5943599" y="349239"/>
                </a:lnTo>
                <a:lnTo>
                  <a:pt x="5943599" y="5701613"/>
                </a:lnTo>
                <a:lnTo>
                  <a:pt x="5936505" y="5771987"/>
                </a:lnTo>
                <a:cubicBezTo>
                  <a:pt x="5903938" y="5931132"/>
                  <a:pt x="5763125" y="6050852"/>
                  <a:pt x="5594350" y="6050852"/>
                </a:cubicBezTo>
                <a:lnTo>
                  <a:pt x="3222459" y="6050852"/>
                </a:lnTo>
                <a:cubicBezTo>
                  <a:pt x="3084023" y="6050852"/>
                  <a:pt x="2971799" y="6163075"/>
                  <a:pt x="2971799" y="6301512"/>
                </a:cubicBezTo>
                <a:cubicBezTo>
                  <a:pt x="2971799" y="6439916"/>
                  <a:pt x="2859576" y="6552184"/>
                  <a:pt x="2721139" y="6552184"/>
                </a:cubicBezTo>
                <a:lnTo>
                  <a:pt x="349249" y="6552184"/>
                </a:lnTo>
                <a:cubicBezTo>
                  <a:pt x="180472" y="6552184"/>
                  <a:pt x="39661" y="6432441"/>
                  <a:pt x="7095" y="6273302"/>
                </a:cubicBezTo>
                <a:lnTo>
                  <a:pt x="0" y="6202932"/>
                </a:lnTo>
                <a:lnTo>
                  <a:pt x="0" y="349240"/>
                </a:lnTo>
                <a:lnTo>
                  <a:pt x="7095" y="278864"/>
                </a:lnTo>
                <a:cubicBezTo>
                  <a:pt x="39661" y="119716"/>
                  <a:pt x="180472" y="0"/>
                  <a:pt x="349249" y="0"/>
                </a:cubicBezTo>
                <a:close/>
              </a:path>
            </a:pathLst>
          </a:custGeom>
          <a:blipFill>
            <a:blip r:embed="rId2">
              <a:alphaModFix amt="60000"/>
            </a:blip>
            <a:stretch>
              <a:fillRect/>
            </a:stretch>
          </a:blipFill>
        </p:spPr>
        <p:txBody>
          <a:bodyPr wrap="square">
            <a:noAutofit/>
          </a:bodyPr>
          <a:lstStyle/>
          <a:p>
            <a:endParaRPr lang="en-US"/>
          </a:p>
        </p:txBody>
      </p:sp>
      <p:sp>
        <p:nvSpPr>
          <p:cNvPr id="4" name="Footer Placeholder 3">
            <a:extLst>
              <a:ext uri="{FF2B5EF4-FFF2-40B4-BE49-F238E27FC236}">
                <a16:creationId xmlns:a16="http://schemas.microsoft.com/office/drawing/2014/main" id="{E7491524-50CE-AA56-089E-9B0375F36DFB}"/>
              </a:ext>
            </a:extLst>
          </p:cNvPr>
          <p:cNvSpPr>
            <a:spLocks noGrp="1"/>
          </p:cNvSpPr>
          <p:nvPr>
            <p:ph type="ftr" sz="quarter" idx="17"/>
          </p:nvPr>
        </p:nvSpPr>
        <p:spPr/>
        <p:txBody>
          <a:bodyPr/>
          <a:lstStyle/>
          <a:p>
            <a:r>
              <a:rPr lang="en-US"/>
              <a:t>Sample Footer Text</a:t>
            </a:r>
          </a:p>
        </p:txBody>
      </p:sp>
      <p:sp>
        <p:nvSpPr>
          <p:cNvPr id="3" name="Date Placeholder 2">
            <a:extLst>
              <a:ext uri="{FF2B5EF4-FFF2-40B4-BE49-F238E27FC236}">
                <a16:creationId xmlns:a16="http://schemas.microsoft.com/office/drawing/2014/main" id="{FED9980E-D0D3-04C2-5215-3DDF66399951}"/>
              </a:ext>
            </a:extLst>
          </p:cNvPr>
          <p:cNvSpPr>
            <a:spLocks noGrp="1"/>
          </p:cNvSpPr>
          <p:nvPr>
            <p:ph type="dt" sz="half" idx="16"/>
          </p:nvPr>
        </p:nvSpPr>
        <p:spPr/>
        <p:txBody>
          <a:bodyPr/>
          <a:lstStyle/>
          <a:p>
            <a:fld id="{F317EC04-297E-4305-8B68-8F180972F8B1}" type="datetime1">
              <a:rPr lang="en-US" smtClean="0"/>
              <a:t>5/29/2026</a:t>
            </a:fld>
            <a:endParaRPr lang="en-US"/>
          </a:p>
        </p:txBody>
      </p:sp>
      <p:sp>
        <p:nvSpPr>
          <p:cNvPr id="5" name="Slide Number Placeholder 4">
            <a:extLst>
              <a:ext uri="{FF2B5EF4-FFF2-40B4-BE49-F238E27FC236}">
                <a16:creationId xmlns:a16="http://schemas.microsoft.com/office/drawing/2014/main" id="{E33B3FA2-A8FD-6297-22D8-5014419EBEA9}"/>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87634339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bg>
      <p:bgRef idx="1001">
        <a:schemeClr val="bg1"/>
      </p:bgRef>
    </p:bg>
    <p:spTree>
      <p:nvGrpSpPr>
        <p:cNvPr id="1" name=""/>
        <p:cNvGrpSpPr/>
        <p:nvPr/>
      </p:nvGrpSpPr>
      <p:grpSpPr>
        <a:xfrm>
          <a:off x="0" y="0"/>
          <a:ext cx="0" cy="0"/>
          <a:chOff x="0" y="0"/>
          <a:chExt cx="0" cy="0"/>
        </a:xfrm>
      </p:grpSpPr>
      <p:pic>
        <p:nvPicPr>
          <p:cNvPr id="15" name="Picture 14" descr="A blue and pink background&#10;&#10;AI-generated content may be incorrect.">
            <a:extLst>
              <a:ext uri="{FF2B5EF4-FFF2-40B4-BE49-F238E27FC236}">
                <a16:creationId xmlns:a16="http://schemas.microsoft.com/office/drawing/2014/main" id="{28646D54-8A43-A2E9-D6C2-B05BA88192E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88952" cy="6856285"/>
          </a:xfrm>
          <a:prstGeom prst="rect">
            <a:avLst/>
          </a:prstGeom>
        </p:spPr>
      </p:pic>
      <p:sp>
        <p:nvSpPr>
          <p:cNvPr id="7" name="Graphic 3">
            <a:extLst>
              <a:ext uri="{FF2B5EF4-FFF2-40B4-BE49-F238E27FC236}">
                <a16:creationId xmlns:a16="http://schemas.microsoft.com/office/drawing/2014/main" id="{017BF504-9DEC-0719-1E19-51CE27348830}"/>
              </a:ext>
            </a:extLst>
          </p:cNvPr>
          <p:cNvSpPr/>
          <p:nvPr/>
        </p:nvSpPr>
        <p:spPr>
          <a:xfrm>
            <a:off x="1537" y="5315"/>
            <a:ext cx="12185639" cy="6851669"/>
          </a:xfrm>
          <a:custGeom>
            <a:avLst/>
            <a:gdLst>
              <a:gd name="connsiteX0" fmla="*/ 12185639 w 12185639"/>
              <a:gd name="connsiteY0" fmla="*/ 6851669 h 6851669"/>
              <a:gd name="connsiteX1" fmla="*/ 0 w 12185639"/>
              <a:gd name="connsiteY1" fmla="*/ 6851669 h 6851669"/>
              <a:gd name="connsiteX2" fmla="*/ 0 w 12185639"/>
              <a:gd name="connsiteY2" fmla="*/ 0 h 6851669"/>
              <a:gd name="connsiteX3" fmla="*/ 12185639 w 12185639"/>
              <a:gd name="connsiteY3" fmla="*/ 0 h 6851669"/>
              <a:gd name="connsiteX4" fmla="*/ 12185639 w 12185639"/>
              <a:gd name="connsiteY4" fmla="*/ 6851669 h 6851669"/>
              <a:gd name="connsiteX5" fmla="*/ 501389 w 12185639"/>
              <a:gd name="connsiteY5" fmla="*/ 152259 h 6851669"/>
              <a:gd name="connsiteX6" fmla="*/ 152321 w 12185639"/>
              <a:gd name="connsiteY6" fmla="*/ 501186 h 6851669"/>
              <a:gd name="connsiteX7" fmla="*/ 152321 w 12185639"/>
              <a:gd name="connsiteY7" fmla="*/ 6350484 h 6851669"/>
              <a:gd name="connsiteX8" fmla="*/ 501389 w 12185639"/>
              <a:gd name="connsiteY8" fmla="*/ 6699410 h 6851669"/>
              <a:gd name="connsiteX9" fmla="*/ 11684250 w 12185639"/>
              <a:gd name="connsiteY9" fmla="*/ 6699410 h 6851669"/>
              <a:gd name="connsiteX10" fmla="*/ 12033319 w 12185639"/>
              <a:gd name="connsiteY10" fmla="*/ 6350484 h 6851669"/>
              <a:gd name="connsiteX11" fmla="*/ 12033319 w 12185639"/>
              <a:gd name="connsiteY11" fmla="*/ 1042531 h 6851669"/>
              <a:gd name="connsiteX12" fmla="*/ 11684250 w 12185639"/>
              <a:gd name="connsiteY12" fmla="*/ 693604 h 6851669"/>
              <a:gd name="connsiteX13" fmla="*/ 6363626 w 12185639"/>
              <a:gd name="connsiteY13" fmla="*/ 693604 h 6851669"/>
              <a:gd name="connsiteX14" fmla="*/ 6092914 w 12185639"/>
              <a:gd name="connsiteY14" fmla="*/ 429920 h 6851669"/>
              <a:gd name="connsiteX15" fmla="*/ 6092743 w 12185639"/>
              <a:gd name="connsiteY15" fmla="*/ 415943 h 6851669"/>
              <a:gd name="connsiteX16" fmla="*/ 5822044 w 12185639"/>
              <a:gd name="connsiteY16" fmla="*/ 152259 h 6851669"/>
              <a:gd name="connsiteX17" fmla="*/ 501389 w 12185639"/>
              <a:gd name="connsiteY17" fmla="*/ 152259 h 6851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85639" h="6851669">
                <a:moveTo>
                  <a:pt x="12185639" y="6851669"/>
                </a:moveTo>
                <a:lnTo>
                  <a:pt x="0" y="6851669"/>
                </a:lnTo>
                <a:lnTo>
                  <a:pt x="0" y="0"/>
                </a:lnTo>
                <a:lnTo>
                  <a:pt x="12185639" y="0"/>
                </a:lnTo>
                <a:lnTo>
                  <a:pt x="12185639" y="6851669"/>
                </a:lnTo>
                <a:close/>
                <a:moveTo>
                  <a:pt x="501389" y="152259"/>
                </a:moveTo>
                <a:cubicBezTo>
                  <a:pt x="308604" y="152259"/>
                  <a:pt x="152321" y="308479"/>
                  <a:pt x="152321" y="501186"/>
                </a:cubicBezTo>
                <a:lnTo>
                  <a:pt x="152321" y="6350484"/>
                </a:lnTo>
                <a:cubicBezTo>
                  <a:pt x="152321" y="6543154"/>
                  <a:pt x="308604" y="6699410"/>
                  <a:pt x="501389" y="6699410"/>
                </a:cubicBezTo>
                <a:lnTo>
                  <a:pt x="11684250" y="6699410"/>
                </a:lnTo>
                <a:cubicBezTo>
                  <a:pt x="11877063" y="6699410"/>
                  <a:pt x="12033319" y="6543154"/>
                  <a:pt x="12033319" y="6350484"/>
                </a:cubicBezTo>
                <a:lnTo>
                  <a:pt x="12033319" y="1042531"/>
                </a:lnTo>
                <a:cubicBezTo>
                  <a:pt x="12033319" y="849822"/>
                  <a:pt x="11877063" y="693604"/>
                  <a:pt x="11684250" y="693604"/>
                </a:cubicBezTo>
                <a:lnTo>
                  <a:pt x="6363626" y="693604"/>
                </a:lnTo>
                <a:cubicBezTo>
                  <a:pt x="6216396" y="693604"/>
                  <a:pt x="6096621" y="576178"/>
                  <a:pt x="6092914" y="429920"/>
                </a:cubicBezTo>
                <a:lnTo>
                  <a:pt x="6092743" y="415943"/>
                </a:lnTo>
                <a:cubicBezTo>
                  <a:pt x="6089030" y="269684"/>
                  <a:pt x="5969255" y="152259"/>
                  <a:pt x="5822044" y="152259"/>
                </a:cubicBezTo>
                <a:lnTo>
                  <a:pt x="501389" y="152259"/>
                </a:lnTo>
                <a:close/>
              </a:path>
            </a:pathLst>
          </a:custGeom>
          <a:solidFill>
            <a:schemeClr val="bg1"/>
          </a:solidFill>
          <a:ln w="6347" cap="flat">
            <a:noFill/>
            <a:prstDash val="solid"/>
            <a:miter/>
          </a:ln>
        </p:spPr>
        <p:txBody>
          <a:bodyPr rtlCol="0" anchor="ctr"/>
          <a:lstStyle/>
          <a:p>
            <a:endParaRPr lang="en-US"/>
          </a:p>
        </p:txBody>
      </p:sp>
      <p:sp>
        <p:nvSpPr>
          <p:cNvPr id="8" name="Title 1">
            <a:extLst>
              <a:ext uri="{FF2B5EF4-FFF2-40B4-BE49-F238E27FC236}">
                <a16:creationId xmlns:a16="http://schemas.microsoft.com/office/drawing/2014/main" id="{AAA6AA80-3C0A-7F94-0F87-BBBE96ADFF68}"/>
              </a:ext>
            </a:extLst>
          </p:cNvPr>
          <p:cNvSpPr>
            <a:spLocks noGrp="1"/>
          </p:cNvSpPr>
          <p:nvPr>
            <p:ph type="ctrTitle" hasCustomPrompt="1"/>
          </p:nvPr>
        </p:nvSpPr>
        <p:spPr>
          <a:xfrm>
            <a:off x="609600" y="1600200"/>
            <a:ext cx="10058400" cy="4572000"/>
          </a:xfrm>
        </p:spPr>
        <p:txBody>
          <a:bodyPr vert="horz" lIns="91440" tIns="45720" rIns="91440" bIns="45720" rtlCol="0" anchor="b">
            <a:normAutofit/>
          </a:bodyPr>
          <a:lstStyle>
            <a:lvl1pPr>
              <a:lnSpc>
                <a:spcPct val="75000"/>
              </a:lnSpc>
              <a:defRPr lang="en-US" sz="8600" cap="none" baseline="0" dirty="0">
                <a:solidFill>
                  <a:schemeClr val="tx1"/>
                </a:solidFill>
              </a:defRPr>
            </a:lvl1pPr>
          </a:lstStyle>
          <a:p>
            <a:pPr lvl="0"/>
            <a:r>
              <a:rPr lang="en-US"/>
              <a:t>Section Header</a:t>
            </a:r>
          </a:p>
        </p:txBody>
      </p:sp>
      <p:sp>
        <p:nvSpPr>
          <p:cNvPr id="6" name="Footer Placeholder 10">
            <a:extLst>
              <a:ext uri="{FF2B5EF4-FFF2-40B4-BE49-F238E27FC236}">
                <a16:creationId xmlns:a16="http://schemas.microsoft.com/office/drawing/2014/main" id="{5FC6C00E-827D-90CD-FFF6-1EF511FD6F2B}"/>
              </a:ext>
            </a:extLst>
          </p:cNvPr>
          <p:cNvSpPr>
            <a:spLocks noGrp="1"/>
          </p:cNvSpPr>
          <p:nvPr>
            <p:ph type="ftr" sz="quarter" idx="11"/>
          </p:nvPr>
        </p:nvSpPr>
        <p:spPr>
          <a:xfrm>
            <a:off x="6280176" y="152400"/>
            <a:ext cx="3200400" cy="365125"/>
          </a:xfrm>
        </p:spPr>
        <p:txBody>
          <a:bodyPr/>
          <a:lstStyle>
            <a:lvl1pPr>
              <a:defRPr>
                <a:solidFill>
                  <a:schemeClr val="tx1"/>
                </a:solidFill>
              </a:defRPr>
            </a:lvl1pPr>
          </a:lstStyle>
          <a:p>
            <a:r>
              <a:rPr lang="en-US"/>
              <a:t>Sample Footer Text</a:t>
            </a:r>
            <a:endParaRPr lang="en-US">
              <a:solidFill>
                <a:schemeClr val="tx1"/>
              </a:solidFill>
            </a:endParaRPr>
          </a:p>
        </p:txBody>
      </p:sp>
      <p:sp>
        <p:nvSpPr>
          <p:cNvPr id="5" name="Date Placeholder 5">
            <a:extLst>
              <a:ext uri="{FF2B5EF4-FFF2-40B4-BE49-F238E27FC236}">
                <a16:creationId xmlns:a16="http://schemas.microsoft.com/office/drawing/2014/main" id="{1C8E1852-313B-67B6-28F9-5F38A94B1E81}"/>
              </a:ext>
            </a:extLst>
          </p:cNvPr>
          <p:cNvSpPr>
            <a:spLocks noGrp="1"/>
          </p:cNvSpPr>
          <p:nvPr>
            <p:ph type="dt" sz="half" idx="10"/>
          </p:nvPr>
        </p:nvSpPr>
        <p:spPr>
          <a:xfrm>
            <a:off x="9531099" y="152400"/>
            <a:ext cx="1800171" cy="365125"/>
          </a:xfrm>
        </p:spPr>
        <p:txBody>
          <a:bodyPr/>
          <a:lstStyle>
            <a:lvl1pPr>
              <a:defRPr>
                <a:solidFill>
                  <a:schemeClr val="tx1"/>
                </a:solidFill>
              </a:defRPr>
            </a:lvl1pPr>
          </a:lstStyle>
          <a:p>
            <a:fld id="{10FD68B9-6A2B-4880-8C36-3ACBFE95ABE9}" type="datetime1">
              <a:rPr lang="en-US" smtClean="0"/>
              <a:t>5/29/2026</a:t>
            </a:fld>
            <a:endParaRPr lang="en-US"/>
          </a:p>
        </p:txBody>
      </p:sp>
      <p:sp>
        <p:nvSpPr>
          <p:cNvPr id="9" name="Slide Number Placeholder 11">
            <a:extLst>
              <a:ext uri="{FF2B5EF4-FFF2-40B4-BE49-F238E27FC236}">
                <a16:creationId xmlns:a16="http://schemas.microsoft.com/office/drawing/2014/main" id="{9F6C9A12-D05B-EE84-C2D4-548E5E2732E2}"/>
              </a:ext>
            </a:extLst>
          </p:cNvPr>
          <p:cNvSpPr>
            <a:spLocks noGrp="1"/>
          </p:cNvSpPr>
          <p:nvPr>
            <p:ph type="sldNum" sz="quarter" idx="12"/>
          </p:nvPr>
        </p:nvSpPr>
        <p:spPr>
          <a:xfrm>
            <a:off x="11381793" y="152400"/>
            <a:ext cx="429207" cy="365125"/>
          </a:xfrm>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01560810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Header 2">
    <p:bg>
      <p:bgRef idx="1001">
        <a:schemeClr val="bg1"/>
      </p:bgRef>
    </p:bg>
    <p:spTree>
      <p:nvGrpSpPr>
        <p:cNvPr id="1" name=""/>
        <p:cNvGrpSpPr/>
        <p:nvPr/>
      </p:nvGrpSpPr>
      <p:grpSpPr>
        <a:xfrm>
          <a:off x="0" y="0"/>
          <a:ext cx="0" cy="0"/>
          <a:chOff x="0" y="0"/>
          <a:chExt cx="0" cy="0"/>
        </a:xfrm>
      </p:grpSpPr>
      <p:pic>
        <p:nvPicPr>
          <p:cNvPr id="14" name="Picture 13" descr="A blurry image of a blue and pink color&#10;&#10;AI-generated content may be incorrect.">
            <a:extLst>
              <a:ext uri="{FF2B5EF4-FFF2-40B4-BE49-F238E27FC236}">
                <a16:creationId xmlns:a16="http://schemas.microsoft.com/office/drawing/2014/main" id="{E8AEC1E5-A1B0-5F0D-7E91-B99164B66A2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88952" cy="6856285"/>
          </a:xfrm>
          <a:prstGeom prst="rect">
            <a:avLst/>
          </a:prstGeom>
        </p:spPr>
      </p:pic>
      <p:sp>
        <p:nvSpPr>
          <p:cNvPr id="4" name="Title 1">
            <a:extLst>
              <a:ext uri="{FF2B5EF4-FFF2-40B4-BE49-F238E27FC236}">
                <a16:creationId xmlns:a16="http://schemas.microsoft.com/office/drawing/2014/main" id="{1AC02B19-E76A-5F06-CC78-E185C785940F}"/>
              </a:ext>
            </a:extLst>
          </p:cNvPr>
          <p:cNvSpPr>
            <a:spLocks noGrp="1"/>
          </p:cNvSpPr>
          <p:nvPr>
            <p:ph type="ctrTitle" hasCustomPrompt="1"/>
          </p:nvPr>
        </p:nvSpPr>
        <p:spPr>
          <a:xfrm>
            <a:off x="381000" y="1600200"/>
            <a:ext cx="11430000" cy="4572000"/>
          </a:xfrm>
        </p:spPr>
        <p:txBody>
          <a:bodyPr vert="horz" lIns="91440" tIns="45720" rIns="91440" bIns="45720" rtlCol="0" anchor="b">
            <a:normAutofit/>
          </a:bodyPr>
          <a:lstStyle>
            <a:lvl1pPr>
              <a:lnSpc>
                <a:spcPct val="75000"/>
              </a:lnSpc>
              <a:defRPr lang="en-US" sz="8600" cap="none" baseline="0" dirty="0">
                <a:solidFill>
                  <a:schemeClr val="tx1"/>
                </a:solidFill>
              </a:defRPr>
            </a:lvl1pPr>
          </a:lstStyle>
          <a:p>
            <a:pPr lvl="0"/>
            <a:r>
              <a:rPr lang="en-US"/>
              <a:t>Section Header</a:t>
            </a:r>
          </a:p>
        </p:txBody>
      </p:sp>
      <p:sp>
        <p:nvSpPr>
          <p:cNvPr id="5" name="Footer Placeholder 4">
            <a:extLst>
              <a:ext uri="{FF2B5EF4-FFF2-40B4-BE49-F238E27FC236}">
                <a16:creationId xmlns:a16="http://schemas.microsoft.com/office/drawing/2014/main" id="{78F6BEA5-7812-E1C8-AD3A-DE3629179E0A}"/>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5A3B1F3F-0C8E-5A7A-475A-00F1006A7B31}"/>
              </a:ext>
            </a:extLst>
          </p:cNvPr>
          <p:cNvSpPr>
            <a:spLocks noGrp="1"/>
          </p:cNvSpPr>
          <p:nvPr>
            <p:ph type="dt" sz="half" idx="10"/>
          </p:nvPr>
        </p:nvSpPr>
        <p:spPr/>
        <p:txBody>
          <a:bodyPr/>
          <a:lstStyle>
            <a:lvl1pPr>
              <a:defRPr>
                <a:solidFill>
                  <a:schemeClr val="tx1"/>
                </a:solidFill>
              </a:defRPr>
            </a:lvl1pPr>
          </a:lstStyle>
          <a:p>
            <a:fld id="{5BE51ADD-B91D-4E8D-9924-D9AB25AA0E9D}" type="datetime1">
              <a:rPr lang="en-US" smtClean="0"/>
              <a:t>5/29/2026</a:t>
            </a:fld>
            <a:endParaRPr lang="en-US"/>
          </a:p>
        </p:txBody>
      </p:sp>
      <p:sp>
        <p:nvSpPr>
          <p:cNvPr id="6" name="Slide Number Placeholder 5">
            <a:extLst>
              <a:ext uri="{FF2B5EF4-FFF2-40B4-BE49-F238E27FC236}">
                <a16:creationId xmlns:a16="http://schemas.microsoft.com/office/drawing/2014/main" id="{9435B1E7-7CF5-B0DF-C56E-203939E591D7}"/>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06487047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01A1411-1618-7B55-6F05-E4292F281DE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8" name="Graphic 7">
            <a:extLst>
              <a:ext uri="{FF2B5EF4-FFF2-40B4-BE49-F238E27FC236}">
                <a16:creationId xmlns:a16="http://schemas.microsoft.com/office/drawing/2014/main" id="{FC3F75D9-C1DA-5E09-7705-E8EDCDDEEF98}"/>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0800000">
            <a:off x="0" y="0"/>
            <a:ext cx="12192000" cy="6858000"/>
          </a:xfrm>
          <a:prstGeom prst="rect">
            <a:avLst/>
          </a:prstGeom>
        </p:spPr>
      </p:pic>
      <p:sp>
        <p:nvSpPr>
          <p:cNvPr id="9" name="Title 1">
            <a:extLst>
              <a:ext uri="{FF2B5EF4-FFF2-40B4-BE49-F238E27FC236}">
                <a16:creationId xmlns:a16="http://schemas.microsoft.com/office/drawing/2014/main" id="{61423BE9-C6AD-3608-7312-55246E016EAA}"/>
              </a:ext>
            </a:extLst>
          </p:cNvPr>
          <p:cNvSpPr>
            <a:spLocks noGrp="1"/>
          </p:cNvSpPr>
          <p:nvPr>
            <p:ph type="title"/>
          </p:nvPr>
        </p:nvSpPr>
        <p:spPr>
          <a:xfrm>
            <a:off x="609600" y="685800"/>
            <a:ext cx="6629400" cy="1681218"/>
          </a:xfrm>
        </p:spPr>
        <p:txBody>
          <a:bodyPr anchor="t">
            <a:normAutofit/>
          </a:bodyPr>
          <a:lstStyle>
            <a:lvl1pPr>
              <a:defRPr sz="6800">
                <a:solidFill>
                  <a:schemeClr val="tx1"/>
                </a:solidFill>
              </a:defRPr>
            </a:lvl1pPr>
          </a:lstStyle>
          <a:p>
            <a:r>
              <a:rPr lang="en-US"/>
              <a:t>Click to edit Master title style</a:t>
            </a:r>
          </a:p>
        </p:txBody>
      </p:sp>
      <p:sp>
        <p:nvSpPr>
          <p:cNvPr id="13" name="Content Placeholder 6">
            <a:extLst>
              <a:ext uri="{FF2B5EF4-FFF2-40B4-BE49-F238E27FC236}">
                <a16:creationId xmlns:a16="http://schemas.microsoft.com/office/drawing/2014/main" id="{4DB465B5-8C64-384F-7DC0-7C2D1C976108}"/>
              </a:ext>
            </a:extLst>
          </p:cNvPr>
          <p:cNvSpPr>
            <a:spLocks noGrp="1"/>
          </p:cNvSpPr>
          <p:nvPr>
            <p:ph sz="quarter" idx="13"/>
          </p:nvPr>
        </p:nvSpPr>
        <p:spPr>
          <a:xfrm>
            <a:off x="609601" y="2514600"/>
            <a:ext cx="7086599" cy="3463314"/>
          </a:xfrm>
        </p:spPr>
        <p:txBody>
          <a:bodyPr>
            <a:normAutofit/>
          </a:bodyPr>
          <a:lstStyle>
            <a:lvl1pPr marL="457200" indent="-457200">
              <a:buFont typeface="+mj-lt"/>
              <a:buAutoNum type="arabicPeriod"/>
              <a:defRPr sz="1800">
                <a:solidFill>
                  <a:schemeClr val="tx1"/>
                </a:solidFill>
              </a:defRPr>
            </a:lvl1pPr>
            <a:lvl2pPr marL="685800" indent="-457200">
              <a:buFont typeface="+mj-lt"/>
              <a:buAutoNum type="arabicPeriod"/>
              <a:defRPr sz="1600">
                <a:solidFill>
                  <a:schemeClr val="tx1"/>
                </a:solidFill>
              </a:defRPr>
            </a:lvl2pPr>
            <a:lvl3pPr marL="800100" indent="-342900">
              <a:buFont typeface="+mj-lt"/>
              <a:buAutoNum type="arabicPeriod"/>
              <a:defRPr sz="1400">
                <a:solidFill>
                  <a:schemeClr val="tx1"/>
                </a:solidFill>
              </a:defRPr>
            </a:lvl3pPr>
            <a:lvl4pPr marL="1028700" indent="-342900">
              <a:buFont typeface="+mj-lt"/>
              <a:buAutoNum type="arabicPeriod"/>
              <a:defRPr sz="1400">
                <a:solidFill>
                  <a:schemeClr val="tx1"/>
                </a:solidFill>
              </a:defRPr>
            </a:lvl4pPr>
            <a:lvl5pPr marL="1257300" indent="-342900">
              <a:buFont typeface="+mj-lt"/>
              <a:buAutoNum type="arabicPeriod"/>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1998790F-95AF-C438-81C4-A7AFBC618EE3}"/>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2" name="Date Placeholder 1">
            <a:extLst>
              <a:ext uri="{FF2B5EF4-FFF2-40B4-BE49-F238E27FC236}">
                <a16:creationId xmlns:a16="http://schemas.microsoft.com/office/drawing/2014/main" id="{99A11A83-974F-916E-4B94-072D216980E7}"/>
              </a:ext>
            </a:extLst>
          </p:cNvPr>
          <p:cNvSpPr>
            <a:spLocks noGrp="1"/>
          </p:cNvSpPr>
          <p:nvPr>
            <p:ph type="dt" sz="half" idx="14"/>
          </p:nvPr>
        </p:nvSpPr>
        <p:spPr/>
        <p:txBody>
          <a:bodyPr/>
          <a:lstStyle>
            <a:lvl1pPr>
              <a:defRPr>
                <a:solidFill>
                  <a:schemeClr val="tx1"/>
                </a:solidFill>
              </a:defRPr>
            </a:lvl1pPr>
          </a:lstStyle>
          <a:p>
            <a:fld id="{14426EA7-A11D-4EC6-AAF5-378EF6859AC0}" type="datetime1">
              <a:rPr lang="en-US" smtClean="0"/>
              <a:t>5/29/2026</a:t>
            </a:fld>
            <a:endParaRPr lang="en-US"/>
          </a:p>
        </p:txBody>
      </p:sp>
      <p:sp>
        <p:nvSpPr>
          <p:cNvPr id="4" name="Slide Number Placeholder 3">
            <a:extLst>
              <a:ext uri="{FF2B5EF4-FFF2-40B4-BE49-F238E27FC236}">
                <a16:creationId xmlns:a16="http://schemas.microsoft.com/office/drawing/2014/main" id="{A5B9FFFF-03A0-FB05-6654-69512558AAE7}"/>
              </a:ext>
            </a:extLst>
          </p:cNvPr>
          <p:cNvSpPr>
            <a:spLocks noGrp="1"/>
          </p:cNvSpPr>
          <p:nvPr>
            <p:ph type="sldNum" sz="quarter" idx="16"/>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5208051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with Picture">
    <p:bg>
      <p:bgPr>
        <a:solidFill>
          <a:schemeClr val="bg1"/>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295885B-1DD3-9A2F-6CE5-85B63AC5CD9F}"/>
              </a:ext>
            </a:extLst>
          </p:cNvPr>
          <p:cNvSpPr>
            <a:spLocks noGrp="1"/>
          </p:cNvSpPr>
          <p:nvPr>
            <p:ph type="title"/>
          </p:nvPr>
        </p:nvSpPr>
        <p:spPr>
          <a:xfrm>
            <a:off x="381000" y="4343400"/>
            <a:ext cx="4800599" cy="2133600"/>
          </a:xfrm>
        </p:spPr>
        <p:txBody>
          <a:bodyPr anchor="b">
            <a:normAutofit/>
          </a:bodyPr>
          <a:lstStyle>
            <a:lvl1pPr>
              <a:defRPr sz="7200"/>
            </a:lvl1pPr>
          </a:lstStyle>
          <a:p>
            <a:r>
              <a:rPr lang="en-US"/>
              <a:t>Click to edit Master title style</a:t>
            </a:r>
          </a:p>
        </p:txBody>
      </p:sp>
      <p:sp>
        <p:nvSpPr>
          <p:cNvPr id="6" name="Picture Placeholder 34">
            <a:extLst>
              <a:ext uri="{FF2B5EF4-FFF2-40B4-BE49-F238E27FC236}">
                <a16:creationId xmlns:a16="http://schemas.microsoft.com/office/drawing/2014/main" id="{41D936BB-D3BE-42B9-6F9B-0D898AFA4EC9}"/>
              </a:ext>
            </a:extLst>
          </p:cNvPr>
          <p:cNvSpPr>
            <a:spLocks noGrp="1"/>
          </p:cNvSpPr>
          <p:nvPr>
            <p:ph type="pic" sz="quarter" idx="14"/>
          </p:nvPr>
        </p:nvSpPr>
        <p:spPr>
          <a:xfrm>
            <a:off x="152400" y="152400"/>
            <a:ext cx="11887200" cy="3733798"/>
          </a:xfrm>
          <a:custGeom>
            <a:avLst/>
            <a:gdLst>
              <a:gd name="connsiteX0" fmla="*/ 349240 w 11887200"/>
              <a:gd name="connsiteY0" fmla="*/ 0 h 3733798"/>
              <a:gd name="connsiteX1" fmla="*/ 11537960 w 11887200"/>
              <a:gd name="connsiteY1" fmla="*/ 0 h 3733798"/>
              <a:gd name="connsiteX2" fmla="*/ 11608344 w 11887200"/>
              <a:gd name="connsiteY2" fmla="*/ 7095 h 3733798"/>
              <a:gd name="connsiteX3" fmla="*/ 11887200 w 11887200"/>
              <a:gd name="connsiteY3" fmla="*/ 349249 h 3733798"/>
              <a:gd name="connsiteX4" fmla="*/ 11887200 w 11887200"/>
              <a:gd name="connsiteY4" fmla="*/ 2021400 h 3733798"/>
              <a:gd name="connsiteX5" fmla="*/ 11537950 w 11887200"/>
              <a:gd name="connsiteY5" fmla="*/ 2370650 h 3733798"/>
              <a:gd name="connsiteX6" fmla="*/ 5378450 w 11887200"/>
              <a:gd name="connsiteY6" fmla="*/ 2370650 h 3733798"/>
              <a:gd name="connsiteX7" fmla="*/ 5029200 w 11887200"/>
              <a:gd name="connsiteY7" fmla="*/ 2719900 h 3733798"/>
              <a:gd name="connsiteX8" fmla="*/ 5029200 w 11887200"/>
              <a:gd name="connsiteY8" fmla="*/ 3384548 h 3733798"/>
              <a:gd name="connsiteX9" fmla="*/ 4679950 w 11887200"/>
              <a:gd name="connsiteY9" fmla="*/ 3733798 h 3733798"/>
              <a:gd name="connsiteX10" fmla="*/ 349250 w 11887200"/>
              <a:gd name="connsiteY10" fmla="*/ 3733798 h 3733798"/>
              <a:gd name="connsiteX11" fmla="*/ 0 w 11887200"/>
              <a:gd name="connsiteY11" fmla="*/ 3384548 h 3733798"/>
              <a:gd name="connsiteX12" fmla="*/ 0 w 11887200"/>
              <a:gd name="connsiteY12" fmla="*/ 349249 h 3733798"/>
              <a:gd name="connsiteX13" fmla="*/ 278864 w 11887200"/>
              <a:gd name="connsiteY13" fmla="*/ 7095 h 3733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887200" h="3733798">
                <a:moveTo>
                  <a:pt x="349240" y="0"/>
                </a:moveTo>
                <a:lnTo>
                  <a:pt x="11537960" y="0"/>
                </a:lnTo>
                <a:lnTo>
                  <a:pt x="11608344" y="7095"/>
                </a:lnTo>
                <a:cubicBezTo>
                  <a:pt x="11767505" y="39661"/>
                  <a:pt x="11887200" y="180474"/>
                  <a:pt x="11887200" y="349249"/>
                </a:cubicBezTo>
                <a:lnTo>
                  <a:pt x="11887200" y="2021400"/>
                </a:lnTo>
                <a:cubicBezTo>
                  <a:pt x="11887200" y="2214288"/>
                  <a:pt x="11730863" y="2370650"/>
                  <a:pt x="11537950" y="2370650"/>
                </a:cubicBezTo>
                <a:lnTo>
                  <a:pt x="5378450" y="2370650"/>
                </a:lnTo>
                <a:cubicBezTo>
                  <a:pt x="5185563" y="2370650"/>
                  <a:pt x="5029200" y="2527013"/>
                  <a:pt x="5029200" y="2719900"/>
                </a:cubicBezTo>
                <a:lnTo>
                  <a:pt x="5029200" y="3384548"/>
                </a:lnTo>
                <a:cubicBezTo>
                  <a:pt x="5029200" y="3577436"/>
                  <a:pt x="4872838" y="3733798"/>
                  <a:pt x="4679950" y="3733798"/>
                </a:cubicBezTo>
                <a:lnTo>
                  <a:pt x="349250" y="3733798"/>
                </a:lnTo>
                <a:cubicBezTo>
                  <a:pt x="156364" y="3733798"/>
                  <a:pt x="0" y="3577436"/>
                  <a:pt x="0" y="3384548"/>
                </a:cubicBezTo>
                <a:lnTo>
                  <a:pt x="0" y="349249"/>
                </a:lnTo>
                <a:cubicBezTo>
                  <a:pt x="0" y="180474"/>
                  <a:pt x="119716" y="39661"/>
                  <a:pt x="278864" y="7095"/>
                </a:cubicBezTo>
                <a:close/>
              </a:path>
            </a:pathLst>
          </a:custGeom>
          <a:blipFill>
            <a:blip r:embed="rId2">
              <a:alphaModFix amt="60000"/>
            </a:blip>
            <a:stretch>
              <a:fillRect/>
            </a:stretch>
          </a:blipFill>
        </p:spPr>
        <p:txBody>
          <a:bodyPr wrap="square">
            <a:noAutofit/>
          </a:bodyPr>
          <a:lstStyle/>
          <a:p>
            <a:endParaRPr lang="en-US"/>
          </a:p>
        </p:txBody>
      </p:sp>
      <p:sp>
        <p:nvSpPr>
          <p:cNvPr id="9" name="Content Placeholder 6">
            <a:extLst>
              <a:ext uri="{FF2B5EF4-FFF2-40B4-BE49-F238E27FC236}">
                <a16:creationId xmlns:a16="http://schemas.microsoft.com/office/drawing/2014/main" id="{97E45652-0A6C-4552-E12E-94E6B8CAAC7E}"/>
              </a:ext>
            </a:extLst>
          </p:cNvPr>
          <p:cNvSpPr>
            <a:spLocks noGrp="1"/>
          </p:cNvSpPr>
          <p:nvPr>
            <p:ph sz="quarter" idx="13"/>
          </p:nvPr>
        </p:nvSpPr>
        <p:spPr>
          <a:xfrm>
            <a:off x="5588000" y="2895600"/>
            <a:ext cx="6223000" cy="3267456"/>
          </a:xfrm>
        </p:spPr>
        <p:txBody>
          <a:bodyPr>
            <a:normAutofit/>
          </a:bodyPr>
          <a:lstStyle>
            <a:lvl1pPr marL="457200" indent="-457200">
              <a:buFont typeface="+mj-lt"/>
              <a:buAutoNum type="arabicPeriod"/>
              <a:defRPr sz="1800"/>
            </a:lvl1pPr>
            <a:lvl2pPr marL="571500" indent="-342900">
              <a:buFont typeface="+mj-lt"/>
              <a:buAutoNum type="arabicPeriod"/>
              <a:defRPr sz="1600"/>
            </a:lvl2pPr>
            <a:lvl3pPr marL="800100" indent="-342900">
              <a:buFont typeface="+mj-lt"/>
              <a:buAutoNum type="arabicPeriod"/>
              <a:defRPr sz="1400"/>
            </a:lvl3pPr>
            <a:lvl4pPr marL="1028700" indent="-342900">
              <a:buFont typeface="+mj-lt"/>
              <a:buAutoNum type="arabicPeriod"/>
              <a:defRPr sz="1400"/>
            </a:lvl4pPr>
            <a:lvl5pP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0F8B1980-1174-ED0C-7D2B-3C8E19442F88}"/>
              </a:ext>
            </a:extLst>
          </p:cNvPr>
          <p:cNvSpPr>
            <a:spLocks noGrp="1"/>
          </p:cNvSpPr>
          <p:nvPr>
            <p:ph type="ftr" sz="quarter" idx="16"/>
          </p:nvPr>
        </p:nvSpPr>
        <p:spPr>
          <a:xfrm>
            <a:off x="5588000" y="6347057"/>
            <a:ext cx="3200400" cy="365125"/>
          </a:xfrm>
        </p:spPr>
        <p:txBody>
          <a:bodyPr/>
          <a:lstStyle/>
          <a:p>
            <a:r>
              <a:rPr lang="en-US"/>
              <a:t>Sample Footer Text</a:t>
            </a:r>
          </a:p>
        </p:txBody>
      </p:sp>
      <p:sp>
        <p:nvSpPr>
          <p:cNvPr id="2" name="Date Placeholder 1">
            <a:extLst>
              <a:ext uri="{FF2B5EF4-FFF2-40B4-BE49-F238E27FC236}">
                <a16:creationId xmlns:a16="http://schemas.microsoft.com/office/drawing/2014/main" id="{0A0E17CE-5CDB-F9B8-508A-EBF750BFDC28}"/>
              </a:ext>
            </a:extLst>
          </p:cNvPr>
          <p:cNvSpPr>
            <a:spLocks noGrp="1"/>
          </p:cNvSpPr>
          <p:nvPr>
            <p:ph type="dt" sz="half" idx="15"/>
          </p:nvPr>
        </p:nvSpPr>
        <p:spPr/>
        <p:txBody>
          <a:bodyPr/>
          <a:lstStyle/>
          <a:p>
            <a:fld id="{1B4CA490-2A67-46B9-9592-9141038979A7}" type="datetime1">
              <a:rPr lang="en-US" smtClean="0"/>
              <a:t>5/29/2026</a:t>
            </a:fld>
            <a:endParaRPr lang="en-US"/>
          </a:p>
        </p:txBody>
      </p:sp>
      <p:sp>
        <p:nvSpPr>
          <p:cNvPr id="4" name="Slide Number Placeholder 3">
            <a:extLst>
              <a:ext uri="{FF2B5EF4-FFF2-40B4-BE49-F238E27FC236}">
                <a16:creationId xmlns:a16="http://schemas.microsoft.com/office/drawing/2014/main" id="{7F65A623-B0CB-DF72-7154-FAA599F2E10F}"/>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371079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2">
    <p:bg>
      <p:bgPr>
        <a:solidFill>
          <a:schemeClr val="bg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133FF05-3096-7497-FA8D-28733AAE75DC}"/>
              </a:ext>
            </a:extLst>
          </p:cNvPr>
          <p:cNvSpPr>
            <a:spLocks noGrp="1"/>
          </p:cNvSpPr>
          <p:nvPr>
            <p:ph type="title"/>
          </p:nvPr>
        </p:nvSpPr>
        <p:spPr>
          <a:xfrm>
            <a:off x="381002" y="2514601"/>
            <a:ext cx="3200398" cy="3657600"/>
          </a:xfrm>
        </p:spPr>
        <p:txBody>
          <a:bodyPr/>
          <a:lstStyle>
            <a:lvl1pPr>
              <a:defRPr sz="3000"/>
            </a:lvl1pPr>
          </a:lstStyle>
          <a:p>
            <a:r>
              <a:rPr lang="en-US"/>
              <a:t>Click to edit Master title style</a:t>
            </a:r>
          </a:p>
        </p:txBody>
      </p:sp>
      <p:sp>
        <p:nvSpPr>
          <p:cNvPr id="11" name="Content Placeholder 10">
            <a:extLst>
              <a:ext uri="{FF2B5EF4-FFF2-40B4-BE49-F238E27FC236}">
                <a16:creationId xmlns:a16="http://schemas.microsoft.com/office/drawing/2014/main" id="{2B0368EA-7806-3BA9-5570-A5102FE7B940}"/>
              </a:ext>
            </a:extLst>
          </p:cNvPr>
          <p:cNvSpPr>
            <a:spLocks noGrp="1"/>
          </p:cNvSpPr>
          <p:nvPr>
            <p:ph sz="quarter" idx="17"/>
          </p:nvPr>
        </p:nvSpPr>
        <p:spPr>
          <a:xfrm>
            <a:off x="4267200" y="2514600"/>
            <a:ext cx="4572000" cy="228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D7FAB1DF-AD2F-4353-402F-94E47EE3D849}"/>
              </a:ext>
            </a:extLst>
          </p:cNvPr>
          <p:cNvSpPr>
            <a:spLocks noGrp="1"/>
          </p:cNvSpPr>
          <p:nvPr>
            <p:ph type="ftr" sz="quarter" idx="15"/>
          </p:nvPr>
        </p:nvSpPr>
        <p:spPr/>
        <p:txBody>
          <a:bodyPr/>
          <a:lstStyle/>
          <a:p>
            <a:r>
              <a:rPr lang="en-US"/>
              <a:t>Sample Footer Text</a:t>
            </a:r>
          </a:p>
        </p:txBody>
      </p:sp>
      <p:sp>
        <p:nvSpPr>
          <p:cNvPr id="3" name="Date Placeholder 2">
            <a:extLst>
              <a:ext uri="{FF2B5EF4-FFF2-40B4-BE49-F238E27FC236}">
                <a16:creationId xmlns:a16="http://schemas.microsoft.com/office/drawing/2014/main" id="{272495CA-89D9-4C74-A72D-AF6B3A8FCF17}"/>
              </a:ext>
            </a:extLst>
          </p:cNvPr>
          <p:cNvSpPr>
            <a:spLocks noGrp="1"/>
          </p:cNvSpPr>
          <p:nvPr>
            <p:ph type="dt" sz="half" idx="14"/>
          </p:nvPr>
        </p:nvSpPr>
        <p:spPr/>
        <p:txBody>
          <a:bodyPr/>
          <a:lstStyle/>
          <a:p>
            <a:fld id="{FC9BF31C-1EC7-4CE5-AE44-17FB7845CAE2}" type="datetime1">
              <a:rPr lang="en-US" smtClean="0"/>
              <a:t>5/29/2026</a:t>
            </a:fld>
            <a:endParaRPr lang="en-US"/>
          </a:p>
        </p:txBody>
      </p:sp>
      <p:sp>
        <p:nvSpPr>
          <p:cNvPr id="5" name="Slide Number Placeholder 4">
            <a:extLst>
              <a:ext uri="{FF2B5EF4-FFF2-40B4-BE49-F238E27FC236}">
                <a16:creationId xmlns:a16="http://schemas.microsoft.com/office/drawing/2014/main" id="{079898EE-29F5-4EB1-D6B0-7CAEDDFB329B}"/>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4635008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3">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81000" y="1600200"/>
            <a:ext cx="3200401" cy="3657600"/>
          </a:xfrm>
          <a:prstGeom prst="rect">
            <a:avLst/>
          </a:prstGeom>
        </p:spPr>
        <p:txBody>
          <a:bodyPr anchor="t">
            <a:normAutofit/>
          </a:bodyPr>
          <a:lstStyle>
            <a:lvl1pPr>
              <a:defRPr sz="30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4267200" y="1609344"/>
            <a:ext cx="5029200" cy="3657600"/>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E26833A1-CC94-31F8-5C28-FE32A28041F0}"/>
              </a:ext>
            </a:extLst>
          </p:cNvPr>
          <p:cNvSpPr>
            <a:spLocks noGrp="1"/>
          </p:cNvSpPr>
          <p:nvPr>
            <p:ph type="ftr" sz="quarter" idx="15"/>
          </p:nvPr>
        </p:nvSpPr>
        <p:spPr/>
        <p:txBody>
          <a:bodyPr/>
          <a:lstStyle/>
          <a:p>
            <a:r>
              <a:rPr lang="en-US"/>
              <a:t>Sample Footer Text</a:t>
            </a:r>
          </a:p>
        </p:txBody>
      </p:sp>
      <p:sp>
        <p:nvSpPr>
          <p:cNvPr id="3" name="Date Placeholder 2">
            <a:extLst>
              <a:ext uri="{FF2B5EF4-FFF2-40B4-BE49-F238E27FC236}">
                <a16:creationId xmlns:a16="http://schemas.microsoft.com/office/drawing/2014/main" id="{2EDCE220-30D9-99B4-3161-7B7CA3D3A6AA}"/>
              </a:ext>
            </a:extLst>
          </p:cNvPr>
          <p:cNvSpPr>
            <a:spLocks noGrp="1"/>
          </p:cNvSpPr>
          <p:nvPr>
            <p:ph type="dt" sz="half" idx="14"/>
          </p:nvPr>
        </p:nvSpPr>
        <p:spPr/>
        <p:txBody>
          <a:bodyPr/>
          <a:lstStyle/>
          <a:p>
            <a:fld id="{C67704A2-F321-45A7-942D-99EEE59B1C1D}" type="datetime1">
              <a:rPr lang="en-US" smtClean="0"/>
              <a:t>5/29/2026</a:t>
            </a:fld>
            <a:endParaRPr lang="en-US"/>
          </a:p>
        </p:txBody>
      </p:sp>
      <p:sp>
        <p:nvSpPr>
          <p:cNvPr id="5" name="Slide Number Placeholder 4">
            <a:extLst>
              <a:ext uri="{FF2B5EF4-FFF2-40B4-BE49-F238E27FC236}">
                <a16:creationId xmlns:a16="http://schemas.microsoft.com/office/drawing/2014/main" id="{C607D07A-7BD8-5871-3B79-C74FF0E365A6}"/>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4913430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4">
    <p:bg>
      <p:bgPr>
        <a:solidFill>
          <a:schemeClr val="bg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2D2CDB4-A600-5D54-5BE6-1FA4F2A9120B}"/>
              </a:ext>
            </a:extLst>
          </p:cNvPr>
          <p:cNvSpPr>
            <a:spLocks noGrp="1"/>
          </p:cNvSpPr>
          <p:nvPr>
            <p:ph type="title"/>
          </p:nvPr>
        </p:nvSpPr>
        <p:spPr>
          <a:xfrm>
            <a:off x="381000" y="1600200"/>
            <a:ext cx="3215641" cy="3657600"/>
          </a:xfrm>
        </p:spPr>
        <p:txBody>
          <a:bodyPr anchor="t">
            <a:normAutofit/>
          </a:bodyPr>
          <a:lstStyle>
            <a:lvl1pPr>
              <a:defRPr sz="3000"/>
            </a:lvl1pPr>
          </a:lstStyle>
          <a:p>
            <a:r>
              <a:rPr lang="en-US"/>
              <a:t>Click to edit Master title style</a:t>
            </a:r>
          </a:p>
        </p:txBody>
      </p:sp>
      <p:sp>
        <p:nvSpPr>
          <p:cNvPr id="7" name="Content Placeholder 7">
            <a:extLst>
              <a:ext uri="{FF2B5EF4-FFF2-40B4-BE49-F238E27FC236}">
                <a16:creationId xmlns:a16="http://schemas.microsoft.com/office/drawing/2014/main" id="{B283CA2A-27C4-3A5B-CCC8-D39969DABF5D}"/>
              </a:ext>
            </a:extLst>
          </p:cNvPr>
          <p:cNvSpPr>
            <a:spLocks noGrp="1"/>
          </p:cNvSpPr>
          <p:nvPr>
            <p:ph sz="quarter" idx="13"/>
          </p:nvPr>
        </p:nvSpPr>
        <p:spPr>
          <a:xfrm>
            <a:off x="4282441" y="1600200"/>
            <a:ext cx="6842759" cy="3200400"/>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E7F66AFF-3304-8CC6-CF56-E7AF712FF1A6}"/>
              </a:ext>
            </a:extLst>
          </p:cNvPr>
          <p:cNvSpPr>
            <a:spLocks noGrp="1"/>
          </p:cNvSpPr>
          <p:nvPr>
            <p:ph type="ftr" sz="quarter" idx="15"/>
          </p:nvPr>
        </p:nvSpPr>
        <p:spPr/>
        <p:txBody>
          <a:bodyPr/>
          <a:lstStyle/>
          <a:p>
            <a:r>
              <a:rPr lang="en-US"/>
              <a:t>Sample Footer Text</a:t>
            </a:r>
          </a:p>
        </p:txBody>
      </p:sp>
      <p:sp>
        <p:nvSpPr>
          <p:cNvPr id="2" name="Date Placeholder 1">
            <a:extLst>
              <a:ext uri="{FF2B5EF4-FFF2-40B4-BE49-F238E27FC236}">
                <a16:creationId xmlns:a16="http://schemas.microsoft.com/office/drawing/2014/main" id="{04CE7806-344D-D45A-FF0A-D6669494DD3E}"/>
              </a:ext>
            </a:extLst>
          </p:cNvPr>
          <p:cNvSpPr>
            <a:spLocks noGrp="1"/>
          </p:cNvSpPr>
          <p:nvPr>
            <p:ph type="dt" sz="half" idx="14"/>
          </p:nvPr>
        </p:nvSpPr>
        <p:spPr/>
        <p:txBody>
          <a:bodyPr/>
          <a:lstStyle/>
          <a:p>
            <a:fld id="{1A293B21-E411-4414-B0BC-AEE13F8C9559}" type="datetime1">
              <a:rPr lang="en-US" smtClean="0"/>
              <a:t>5/29/2026</a:t>
            </a:fld>
            <a:endParaRPr lang="en-US"/>
          </a:p>
        </p:txBody>
      </p:sp>
      <p:sp>
        <p:nvSpPr>
          <p:cNvPr id="5" name="Slide Number Placeholder 4">
            <a:extLst>
              <a:ext uri="{FF2B5EF4-FFF2-40B4-BE49-F238E27FC236}">
                <a16:creationId xmlns:a16="http://schemas.microsoft.com/office/drawing/2014/main" id="{BDC48EDA-AD65-3CC6-9DF2-10AAA02ED47E}"/>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9728599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5">
    <p:bg>
      <p:bgPr>
        <a:solidFill>
          <a:schemeClr val="bg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6D9B302-0DDD-C18C-0048-1CE0B3F62A0A}"/>
              </a:ext>
            </a:extLst>
          </p:cNvPr>
          <p:cNvSpPr>
            <a:spLocks noGrp="1"/>
          </p:cNvSpPr>
          <p:nvPr>
            <p:ph type="title"/>
          </p:nvPr>
        </p:nvSpPr>
        <p:spPr>
          <a:xfrm>
            <a:off x="381000" y="685800"/>
            <a:ext cx="3215642" cy="4419600"/>
          </a:xfrm>
        </p:spPr>
        <p:txBody>
          <a:bodyPr anchor="t">
            <a:normAutofit/>
          </a:bodyPr>
          <a:lstStyle>
            <a:lvl1pPr>
              <a:defRPr sz="3000"/>
            </a:lvl1pPr>
          </a:lstStyle>
          <a:p>
            <a:r>
              <a:rPr lang="en-US"/>
              <a:t>Click to edit Master title style</a:t>
            </a:r>
          </a:p>
        </p:txBody>
      </p:sp>
      <p:sp>
        <p:nvSpPr>
          <p:cNvPr id="7" name="Content Placeholder 7">
            <a:extLst>
              <a:ext uri="{FF2B5EF4-FFF2-40B4-BE49-F238E27FC236}">
                <a16:creationId xmlns:a16="http://schemas.microsoft.com/office/drawing/2014/main" id="{A4C4BA54-3687-3119-634B-178D88E18F85}"/>
              </a:ext>
            </a:extLst>
          </p:cNvPr>
          <p:cNvSpPr>
            <a:spLocks noGrp="1"/>
          </p:cNvSpPr>
          <p:nvPr>
            <p:ph sz="quarter" idx="13"/>
          </p:nvPr>
        </p:nvSpPr>
        <p:spPr>
          <a:xfrm>
            <a:off x="4288538" y="694944"/>
            <a:ext cx="7522462" cy="4410456"/>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CD00CFD0-8801-A840-8082-92086F7985AC}"/>
              </a:ext>
            </a:extLst>
          </p:cNvPr>
          <p:cNvSpPr>
            <a:spLocks noGrp="1"/>
          </p:cNvSpPr>
          <p:nvPr>
            <p:ph type="ftr" sz="quarter" idx="15"/>
          </p:nvPr>
        </p:nvSpPr>
        <p:spPr/>
        <p:txBody>
          <a:bodyPr/>
          <a:lstStyle/>
          <a:p>
            <a:r>
              <a:rPr lang="en-US"/>
              <a:t>Sample Footer Text</a:t>
            </a:r>
          </a:p>
        </p:txBody>
      </p:sp>
      <p:sp>
        <p:nvSpPr>
          <p:cNvPr id="2" name="Date Placeholder 1">
            <a:extLst>
              <a:ext uri="{FF2B5EF4-FFF2-40B4-BE49-F238E27FC236}">
                <a16:creationId xmlns:a16="http://schemas.microsoft.com/office/drawing/2014/main" id="{581133C8-ACEC-C7FF-8853-AC6AA283473D}"/>
              </a:ext>
            </a:extLst>
          </p:cNvPr>
          <p:cNvSpPr>
            <a:spLocks noGrp="1"/>
          </p:cNvSpPr>
          <p:nvPr>
            <p:ph type="dt" sz="half" idx="14"/>
          </p:nvPr>
        </p:nvSpPr>
        <p:spPr/>
        <p:txBody>
          <a:bodyPr/>
          <a:lstStyle/>
          <a:p>
            <a:fld id="{96246C5C-D00A-422A-A0A2-9201791D54A4}" type="datetime1">
              <a:rPr lang="en-US" smtClean="0"/>
              <a:t>5/29/2026</a:t>
            </a:fld>
            <a:endParaRPr lang="en-US"/>
          </a:p>
        </p:txBody>
      </p:sp>
      <p:sp>
        <p:nvSpPr>
          <p:cNvPr id="5" name="Slide Number Placeholder 4">
            <a:extLst>
              <a:ext uri="{FF2B5EF4-FFF2-40B4-BE49-F238E27FC236}">
                <a16:creationId xmlns:a16="http://schemas.microsoft.com/office/drawing/2014/main" id="{76924940-A505-A257-1AC1-04850EB787AF}"/>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8891464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6">
    <p:bg>
      <p:bgPr>
        <a:solidFill>
          <a:schemeClr val="bg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B0A35C34-6355-27EB-6385-E2E89A9D6C01}"/>
              </a:ext>
            </a:extLst>
          </p:cNvPr>
          <p:cNvSpPr>
            <a:spLocks noGrp="1"/>
          </p:cNvSpPr>
          <p:nvPr>
            <p:ph type="title"/>
          </p:nvPr>
        </p:nvSpPr>
        <p:spPr>
          <a:xfrm>
            <a:off x="381000" y="707549"/>
            <a:ext cx="3200400" cy="2721451"/>
          </a:xfrm>
        </p:spPr>
        <p:txBody>
          <a:bodyPr anchor="t">
            <a:normAutofit/>
          </a:bodyPr>
          <a:lstStyle>
            <a:lvl1pPr>
              <a:defRPr sz="3000"/>
            </a:lvl1pPr>
          </a:lstStyle>
          <a:p>
            <a:r>
              <a:rPr lang="en-US"/>
              <a:t>Click to edit Master title style</a:t>
            </a:r>
          </a:p>
        </p:txBody>
      </p:sp>
      <p:sp>
        <p:nvSpPr>
          <p:cNvPr id="7" name="Content Placeholder 7">
            <a:extLst>
              <a:ext uri="{FF2B5EF4-FFF2-40B4-BE49-F238E27FC236}">
                <a16:creationId xmlns:a16="http://schemas.microsoft.com/office/drawing/2014/main" id="{F8C3733F-A93C-13FB-40FF-0CDAD1C4211A}"/>
              </a:ext>
            </a:extLst>
          </p:cNvPr>
          <p:cNvSpPr>
            <a:spLocks noGrp="1"/>
          </p:cNvSpPr>
          <p:nvPr>
            <p:ph sz="quarter" idx="13"/>
          </p:nvPr>
        </p:nvSpPr>
        <p:spPr>
          <a:xfrm>
            <a:off x="4282441" y="707549"/>
            <a:ext cx="7522459" cy="5159851"/>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DAAC85AE-CA6A-7906-52B1-EB20693C2432}"/>
              </a:ext>
            </a:extLst>
          </p:cNvPr>
          <p:cNvSpPr>
            <a:spLocks noGrp="1"/>
          </p:cNvSpPr>
          <p:nvPr>
            <p:ph type="ftr" sz="quarter" idx="15"/>
          </p:nvPr>
        </p:nvSpPr>
        <p:spPr/>
        <p:txBody>
          <a:bodyPr/>
          <a:lstStyle/>
          <a:p>
            <a:r>
              <a:rPr lang="en-US"/>
              <a:t>Sample Footer Text</a:t>
            </a:r>
          </a:p>
        </p:txBody>
      </p:sp>
      <p:sp>
        <p:nvSpPr>
          <p:cNvPr id="2" name="Date Placeholder 1">
            <a:extLst>
              <a:ext uri="{FF2B5EF4-FFF2-40B4-BE49-F238E27FC236}">
                <a16:creationId xmlns:a16="http://schemas.microsoft.com/office/drawing/2014/main" id="{3B3A9F3E-7E0A-8060-1610-7ED0C1A9EDE0}"/>
              </a:ext>
            </a:extLst>
          </p:cNvPr>
          <p:cNvSpPr>
            <a:spLocks noGrp="1"/>
          </p:cNvSpPr>
          <p:nvPr>
            <p:ph type="dt" sz="half" idx="14"/>
          </p:nvPr>
        </p:nvSpPr>
        <p:spPr/>
        <p:txBody>
          <a:bodyPr/>
          <a:lstStyle/>
          <a:p>
            <a:fld id="{A7466608-9E09-4F50-9ACD-98D499FA676E}" type="datetime1">
              <a:rPr lang="en-US" smtClean="0"/>
              <a:t>5/29/2026</a:t>
            </a:fld>
            <a:endParaRPr lang="en-US"/>
          </a:p>
        </p:txBody>
      </p:sp>
      <p:sp>
        <p:nvSpPr>
          <p:cNvPr id="5" name="Slide Number Placeholder 4">
            <a:extLst>
              <a:ext uri="{FF2B5EF4-FFF2-40B4-BE49-F238E27FC236}">
                <a16:creationId xmlns:a16="http://schemas.microsoft.com/office/drawing/2014/main" id="{BF234425-1B9E-3F81-93A7-39A902E41764}"/>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7300771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Picture">
    <p:bg>
      <p:bgPr>
        <a:solidFill>
          <a:schemeClr val="bg1"/>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08979546-8117-7386-41D7-A795798E3A36}"/>
              </a:ext>
            </a:extLst>
          </p:cNvPr>
          <p:cNvSpPr>
            <a:spLocks noGrp="1"/>
          </p:cNvSpPr>
          <p:nvPr>
            <p:ph type="title" hasCustomPrompt="1"/>
          </p:nvPr>
        </p:nvSpPr>
        <p:spPr>
          <a:xfrm>
            <a:off x="9067800" y="685800"/>
            <a:ext cx="2743200" cy="1828800"/>
          </a:xfrm>
        </p:spPr>
        <p:txBody>
          <a:bodyPr anchor="t"/>
          <a:lstStyle>
            <a:lvl1pPr>
              <a:defRPr/>
            </a:lvl1pPr>
          </a:lstStyle>
          <a:p>
            <a:r>
              <a:rPr lang="en-US"/>
              <a:t>Click to edit Master title style	</a:t>
            </a:r>
          </a:p>
        </p:txBody>
      </p:sp>
      <p:sp>
        <p:nvSpPr>
          <p:cNvPr id="24" name="Picture Placeholder 23">
            <a:extLst>
              <a:ext uri="{FF2B5EF4-FFF2-40B4-BE49-F238E27FC236}">
                <a16:creationId xmlns:a16="http://schemas.microsoft.com/office/drawing/2014/main" id="{ADE402D3-FE8F-0ECD-D3A6-9A5C54E0AB73}"/>
              </a:ext>
            </a:extLst>
          </p:cNvPr>
          <p:cNvSpPr>
            <a:spLocks noGrp="1"/>
          </p:cNvSpPr>
          <p:nvPr>
            <p:ph type="pic" sz="quarter" idx="15"/>
          </p:nvPr>
        </p:nvSpPr>
        <p:spPr>
          <a:xfrm>
            <a:off x="152401" y="152402"/>
            <a:ext cx="7772400" cy="6553199"/>
          </a:xfrm>
          <a:custGeom>
            <a:avLst/>
            <a:gdLst>
              <a:gd name="connsiteX0" fmla="*/ 349250 w 7772400"/>
              <a:gd name="connsiteY0" fmla="*/ 0 h 6553199"/>
              <a:gd name="connsiteX1" fmla="*/ 7423150 w 7772400"/>
              <a:gd name="connsiteY1" fmla="*/ 0 h 6553199"/>
              <a:gd name="connsiteX2" fmla="*/ 7772400 w 7772400"/>
              <a:gd name="connsiteY2" fmla="*/ 349250 h 6553199"/>
              <a:gd name="connsiteX3" fmla="*/ 7772400 w 7772400"/>
              <a:gd name="connsiteY3" fmla="*/ 6203949 h 6553199"/>
              <a:gd name="connsiteX4" fmla="*/ 7423150 w 7772400"/>
              <a:gd name="connsiteY4" fmla="*/ 6553199 h 6553199"/>
              <a:gd name="connsiteX5" fmla="*/ 4137374 w 7772400"/>
              <a:gd name="connsiteY5" fmla="*/ 6553199 h 6553199"/>
              <a:gd name="connsiteX6" fmla="*/ 3886200 w 7772400"/>
              <a:gd name="connsiteY6" fmla="*/ 6302025 h 6553199"/>
              <a:gd name="connsiteX7" fmla="*/ 3635026 w 7772400"/>
              <a:gd name="connsiteY7" fmla="*/ 6050851 h 6553199"/>
              <a:gd name="connsiteX8" fmla="*/ 349250 w 7772400"/>
              <a:gd name="connsiteY8" fmla="*/ 6050851 h 6553199"/>
              <a:gd name="connsiteX9" fmla="*/ 0 w 7772400"/>
              <a:gd name="connsiteY9" fmla="*/ 5701601 h 6553199"/>
              <a:gd name="connsiteX10" fmla="*/ 0 w 7772400"/>
              <a:gd name="connsiteY10" fmla="*/ 349249 h 6553199"/>
              <a:gd name="connsiteX11" fmla="*/ 349250 w 7772400"/>
              <a:gd name="connsiteY11" fmla="*/ 0 h 6553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772400" h="6553199">
                <a:moveTo>
                  <a:pt x="349250" y="0"/>
                </a:moveTo>
                <a:lnTo>
                  <a:pt x="7423150" y="0"/>
                </a:lnTo>
                <a:cubicBezTo>
                  <a:pt x="7616063" y="0"/>
                  <a:pt x="7772400" y="156364"/>
                  <a:pt x="7772400" y="349250"/>
                </a:cubicBezTo>
                <a:lnTo>
                  <a:pt x="7772400" y="6203949"/>
                </a:lnTo>
                <a:cubicBezTo>
                  <a:pt x="7772400" y="6396862"/>
                  <a:pt x="7616063" y="6553199"/>
                  <a:pt x="7423150" y="6553199"/>
                </a:cubicBezTo>
                <a:lnTo>
                  <a:pt x="4137374" y="6553199"/>
                </a:lnTo>
                <a:cubicBezTo>
                  <a:pt x="3998652" y="6553199"/>
                  <a:pt x="3886200" y="6440741"/>
                  <a:pt x="3886200" y="6302025"/>
                </a:cubicBezTo>
                <a:cubicBezTo>
                  <a:pt x="3886200" y="6163303"/>
                  <a:pt x="3773748" y="6050851"/>
                  <a:pt x="3635026" y="6050851"/>
                </a:cubicBezTo>
                <a:lnTo>
                  <a:pt x="349250" y="6050851"/>
                </a:lnTo>
                <a:cubicBezTo>
                  <a:pt x="156364" y="6050851"/>
                  <a:pt x="0" y="5894482"/>
                  <a:pt x="0" y="5701601"/>
                </a:cubicBezTo>
                <a:lnTo>
                  <a:pt x="0" y="349249"/>
                </a:lnTo>
                <a:cubicBezTo>
                  <a:pt x="0" y="156364"/>
                  <a:pt x="156364" y="0"/>
                  <a:pt x="349250" y="0"/>
                </a:cubicBezTo>
                <a:close/>
              </a:path>
            </a:pathLst>
          </a:custGeom>
          <a:blipFill>
            <a:blip r:embed="rId2">
              <a:alphaModFix amt="60000"/>
            </a:blip>
            <a:stretch>
              <a:fillRect/>
            </a:stretch>
          </a:blipFill>
        </p:spPr>
        <p:txBody>
          <a:bodyPr wrap="square">
            <a:noAutofit/>
          </a:bodyPr>
          <a:lstStyle/>
          <a:p>
            <a:endParaRPr lang="en-US"/>
          </a:p>
        </p:txBody>
      </p:sp>
      <p:sp>
        <p:nvSpPr>
          <p:cNvPr id="3" name="Content Placeholder 2">
            <a:extLst>
              <a:ext uri="{FF2B5EF4-FFF2-40B4-BE49-F238E27FC236}">
                <a16:creationId xmlns:a16="http://schemas.microsoft.com/office/drawing/2014/main" id="{9ED79679-AD22-F26A-8C14-FBF02529B911}"/>
              </a:ext>
            </a:extLst>
          </p:cNvPr>
          <p:cNvSpPr>
            <a:spLocks noGrp="1"/>
          </p:cNvSpPr>
          <p:nvPr>
            <p:ph sz="quarter" idx="19"/>
          </p:nvPr>
        </p:nvSpPr>
        <p:spPr>
          <a:xfrm>
            <a:off x="9067800" y="2697163"/>
            <a:ext cx="2736850" cy="2655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Footer Placeholder 25">
            <a:extLst>
              <a:ext uri="{FF2B5EF4-FFF2-40B4-BE49-F238E27FC236}">
                <a16:creationId xmlns:a16="http://schemas.microsoft.com/office/drawing/2014/main" id="{A481F4D9-6FA4-7B89-81A9-C9BB5487665A}"/>
              </a:ext>
            </a:extLst>
          </p:cNvPr>
          <p:cNvSpPr>
            <a:spLocks noGrp="1"/>
          </p:cNvSpPr>
          <p:nvPr>
            <p:ph type="ftr" sz="quarter" idx="17"/>
          </p:nvPr>
        </p:nvSpPr>
        <p:spPr/>
        <p:txBody>
          <a:bodyPr/>
          <a:lstStyle/>
          <a:p>
            <a:r>
              <a:rPr lang="en-US"/>
              <a:t>Sample Footer Text</a:t>
            </a:r>
          </a:p>
        </p:txBody>
      </p:sp>
      <p:sp>
        <p:nvSpPr>
          <p:cNvPr id="25" name="Date Placeholder 24">
            <a:extLst>
              <a:ext uri="{FF2B5EF4-FFF2-40B4-BE49-F238E27FC236}">
                <a16:creationId xmlns:a16="http://schemas.microsoft.com/office/drawing/2014/main" id="{7BD407AA-757D-81E0-5656-C5362BA1A851}"/>
              </a:ext>
            </a:extLst>
          </p:cNvPr>
          <p:cNvSpPr>
            <a:spLocks noGrp="1"/>
          </p:cNvSpPr>
          <p:nvPr>
            <p:ph type="dt" sz="half" idx="16"/>
          </p:nvPr>
        </p:nvSpPr>
        <p:spPr/>
        <p:txBody>
          <a:bodyPr/>
          <a:lstStyle/>
          <a:p>
            <a:fld id="{5FFC545E-6C57-49D6-A800-359576096961}" type="datetime1">
              <a:rPr lang="en-US" smtClean="0"/>
              <a:t>5/29/2026</a:t>
            </a:fld>
            <a:endParaRPr lang="en-US"/>
          </a:p>
        </p:txBody>
      </p:sp>
      <p:sp>
        <p:nvSpPr>
          <p:cNvPr id="27" name="Slide Number Placeholder 26">
            <a:extLst>
              <a:ext uri="{FF2B5EF4-FFF2-40B4-BE49-F238E27FC236}">
                <a16:creationId xmlns:a16="http://schemas.microsoft.com/office/drawing/2014/main" id="{279DE387-22FA-A62E-884D-B1091CE2556B}"/>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66439851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Picture 2">
    <p:bg>
      <p:bgPr>
        <a:solidFill>
          <a:schemeClr val="bg1"/>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E87790CD-F333-C0F1-5656-69C089583951}"/>
              </a:ext>
            </a:extLst>
          </p:cNvPr>
          <p:cNvSpPr>
            <a:spLocks noGrp="1"/>
          </p:cNvSpPr>
          <p:nvPr>
            <p:ph type="title"/>
          </p:nvPr>
        </p:nvSpPr>
        <p:spPr>
          <a:xfrm>
            <a:off x="381000" y="685800"/>
            <a:ext cx="2743200" cy="1828800"/>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FD4E3168-BE46-DD0E-A208-64B0FE6A35EF}"/>
              </a:ext>
            </a:extLst>
          </p:cNvPr>
          <p:cNvSpPr>
            <a:spLocks noGrp="1"/>
          </p:cNvSpPr>
          <p:nvPr>
            <p:ph sz="quarter" idx="19"/>
          </p:nvPr>
        </p:nvSpPr>
        <p:spPr>
          <a:xfrm>
            <a:off x="381000" y="2697163"/>
            <a:ext cx="2743200" cy="2655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Picture Placeholder 17">
            <a:extLst>
              <a:ext uri="{FF2B5EF4-FFF2-40B4-BE49-F238E27FC236}">
                <a16:creationId xmlns:a16="http://schemas.microsoft.com/office/drawing/2014/main" id="{FCF3E2CD-E4FF-604F-C779-35D98A0D9C67}"/>
              </a:ext>
            </a:extLst>
          </p:cNvPr>
          <p:cNvSpPr>
            <a:spLocks noGrp="1"/>
          </p:cNvSpPr>
          <p:nvPr>
            <p:ph type="pic" sz="quarter" idx="15"/>
          </p:nvPr>
        </p:nvSpPr>
        <p:spPr>
          <a:xfrm>
            <a:off x="4267169" y="152402"/>
            <a:ext cx="7772400" cy="6553199"/>
          </a:xfrm>
          <a:custGeom>
            <a:avLst/>
            <a:gdLst>
              <a:gd name="connsiteX0" fmla="*/ 349250 w 7772400"/>
              <a:gd name="connsiteY0" fmla="*/ 0 h 6553199"/>
              <a:gd name="connsiteX1" fmla="*/ 7423150 w 7772400"/>
              <a:gd name="connsiteY1" fmla="*/ 0 h 6553199"/>
              <a:gd name="connsiteX2" fmla="*/ 7772400 w 7772400"/>
              <a:gd name="connsiteY2" fmla="*/ 349249 h 6553199"/>
              <a:gd name="connsiteX3" fmla="*/ 7772400 w 7772400"/>
              <a:gd name="connsiteY3" fmla="*/ 5701601 h 6553199"/>
              <a:gd name="connsiteX4" fmla="*/ 7423150 w 7772400"/>
              <a:gd name="connsiteY4" fmla="*/ 6050851 h 6553199"/>
              <a:gd name="connsiteX5" fmla="*/ 4137374 w 7772400"/>
              <a:gd name="connsiteY5" fmla="*/ 6050851 h 6553199"/>
              <a:gd name="connsiteX6" fmla="*/ 3886200 w 7772400"/>
              <a:gd name="connsiteY6" fmla="*/ 6302025 h 6553199"/>
              <a:gd name="connsiteX7" fmla="*/ 3635026 w 7772400"/>
              <a:gd name="connsiteY7" fmla="*/ 6553199 h 6553199"/>
              <a:gd name="connsiteX8" fmla="*/ 349250 w 7772400"/>
              <a:gd name="connsiteY8" fmla="*/ 6553199 h 6553199"/>
              <a:gd name="connsiteX9" fmla="*/ 0 w 7772400"/>
              <a:gd name="connsiteY9" fmla="*/ 6203949 h 6553199"/>
              <a:gd name="connsiteX10" fmla="*/ 0 w 7772400"/>
              <a:gd name="connsiteY10" fmla="*/ 349250 h 6553199"/>
              <a:gd name="connsiteX11" fmla="*/ 349250 w 7772400"/>
              <a:gd name="connsiteY11" fmla="*/ 0 h 6553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772400" h="6553199">
                <a:moveTo>
                  <a:pt x="349250" y="0"/>
                </a:moveTo>
                <a:lnTo>
                  <a:pt x="7423150" y="0"/>
                </a:lnTo>
                <a:cubicBezTo>
                  <a:pt x="7616036" y="0"/>
                  <a:pt x="7772400" y="156364"/>
                  <a:pt x="7772400" y="349249"/>
                </a:cubicBezTo>
                <a:lnTo>
                  <a:pt x="7772400" y="5701601"/>
                </a:lnTo>
                <a:cubicBezTo>
                  <a:pt x="7772400" y="5894482"/>
                  <a:pt x="7616036" y="6050851"/>
                  <a:pt x="7423150" y="6050851"/>
                </a:cubicBezTo>
                <a:lnTo>
                  <a:pt x="4137374" y="6050851"/>
                </a:lnTo>
                <a:cubicBezTo>
                  <a:pt x="3998652" y="6050851"/>
                  <a:pt x="3886200" y="6163303"/>
                  <a:pt x="3886200" y="6302025"/>
                </a:cubicBezTo>
                <a:cubicBezTo>
                  <a:pt x="3886200" y="6440741"/>
                  <a:pt x="3773748" y="6553199"/>
                  <a:pt x="3635026" y="6553199"/>
                </a:cubicBezTo>
                <a:lnTo>
                  <a:pt x="349250" y="6553199"/>
                </a:lnTo>
                <a:cubicBezTo>
                  <a:pt x="156337" y="6553199"/>
                  <a:pt x="0" y="6396862"/>
                  <a:pt x="0" y="6203949"/>
                </a:cubicBezTo>
                <a:lnTo>
                  <a:pt x="0" y="349250"/>
                </a:lnTo>
                <a:cubicBezTo>
                  <a:pt x="0" y="156364"/>
                  <a:pt x="156337" y="0"/>
                  <a:pt x="349250" y="0"/>
                </a:cubicBezTo>
                <a:close/>
              </a:path>
            </a:pathLst>
          </a:custGeom>
          <a:blipFill>
            <a:blip r:embed="rId2">
              <a:alphaModFix amt="60000"/>
            </a:blip>
            <a:stretch>
              <a:fillRect/>
            </a:stretch>
          </a:blipFill>
        </p:spPr>
        <p:txBody>
          <a:bodyPr wrap="square">
            <a:noAutofit/>
          </a:bodyPr>
          <a:lstStyle/>
          <a:p>
            <a:endParaRPr lang="en-US"/>
          </a:p>
        </p:txBody>
      </p:sp>
      <p:sp>
        <p:nvSpPr>
          <p:cNvPr id="20" name="Footer Placeholder 19">
            <a:extLst>
              <a:ext uri="{FF2B5EF4-FFF2-40B4-BE49-F238E27FC236}">
                <a16:creationId xmlns:a16="http://schemas.microsoft.com/office/drawing/2014/main" id="{9C7A36CE-789D-54A7-FBA5-A7874CD124FF}"/>
              </a:ext>
            </a:extLst>
          </p:cNvPr>
          <p:cNvSpPr>
            <a:spLocks noGrp="1"/>
          </p:cNvSpPr>
          <p:nvPr>
            <p:ph type="ftr" sz="quarter" idx="17"/>
          </p:nvPr>
        </p:nvSpPr>
        <p:spPr/>
        <p:txBody>
          <a:bodyPr/>
          <a:lstStyle/>
          <a:p>
            <a:r>
              <a:rPr lang="en-US"/>
              <a:t>Sample Footer Text</a:t>
            </a:r>
          </a:p>
        </p:txBody>
      </p:sp>
      <p:sp>
        <p:nvSpPr>
          <p:cNvPr id="19" name="Date Placeholder 18">
            <a:extLst>
              <a:ext uri="{FF2B5EF4-FFF2-40B4-BE49-F238E27FC236}">
                <a16:creationId xmlns:a16="http://schemas.microsoft.com/office/drawing/2014/main" id="{32C91AF8-BAF4-9A6D-74C4-A3C09EED59CE}"/>
              </a:ext>
            </a:extLst>
          </p:cNvPr>
          <p:cNvSpPr>
            <a:spLocks noGrp="1"/>
          </p:cNvSpPr>
          <p:nvPr>
            <p:ph type="dt" sz="half" idx="16"/>
          </p:nvPr>
        </p:nvSpPr>
        <p:spPr/>
        <p:txBody>
          <a:bodyPr/>
          <a:lstStyle/>
          <a:p>
            <a:fld id="{4B95B983-B925-4A59-9349-8B209CED1C11}" type="datetime1">
              <a:rPr lang="en-US" smtClean="0"/>
              <a:t>5/29/2026</a:t>
            </a:fld>
            <a:endParaRPr lang="en-US"/>
          </a:p>
        </p:txBody>
      </p:sp>
      <p:sp>
        <p:nvSpPr>
          <p:cNvPr id="21" name="Slide Number Placeholder 20">
            <a:extLst>
              <a:ext uri="{FF2B5EF4-FFF2-40B4-BE49-F238E27FC236}">
                <a16:creationId xmlns:a16="http://schemas.microsoft.com/office/drawing/2014/main" id="{0BCA39C5-9F64-B755-BEB5-B84576E593BB}"/>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91823266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Picture 3">
    <p:bg>
      <p:bgPr>
        <a:solidFill>
          <a:schemeClr val="bg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6123794-32E7-D1A7-A06F-935705E38644}"/>
              </a:ext>
            </a:extLst>
          </p:cNvPr>
          <p:cNvSpPr>
            <a:spLocks noGrp="1"/>
          </p:cNvSpPr>
          <p:nvPr>
            <p:ph type="title"/>
          </p:nvPr>
        </p:nvSpPr>
        <p:spPr>
          <a:xfrm>
            <a:off x="381000" y="4380186"/>
            <a:ext cx="2743200" cy="1792014"/>
          </a:xfrm>
        </p:spPr>
        <p:txBody>
          <a:bodyPr anchor="t">
            <a:normAutofit/>
          </a:bodyPr>
          <a:lstStyle>
            <a:lvl1pPr>
              <a:defRPr sz="3000"/>
            </a:lvl1pPr>
          </a:lstStyle>
          <a:p>
            <a:r>
              <a:rPr lang="en-US"/>
              <a:t>Click to edit Master title style</a:t>
            </a:r>
          </a:p>
        </p:txBody>
      </p:sp>
      <p:sp>
        <p:nvSpPr>
          <p:cNvPr id="13" name="Picture Placeholder 12">
            <a:extLst>
              <a:ext uri="{FF2B5EF4-FFF2-40B4-BE49-F238E27FC236}">
                <a16:creationId xmlns:a16="http://schemas.microsoft.com/office/drawing/2014/main" id="{B0404783-A1B8-D809-2811-6EB9AA4C8076}"/>
              </a:ext>
            </a:extLst>
          </p:cNvPr>
          <p:cNvSpPr>
            <a:spLocks noGrp="1"/>
          </p:cNvSpPr>
          <p:nvPr>
            <p:ph type="pic" sz="quarter" idx="19"/>
          </p:nvPr>
        </p:nvSpPr>
        <p:spPr>
          <a:xfrm>
            <a:off x="152400" y="152400"/>
            <a:ext cx="11887200" cy="4188118"/>
          </a:xfrm>
          <a:custGeom>
            <a:avLst/>
            <a:gdLst>
              <a:gd name="connsiteX0" fmla="*/ 283883 w 11887200"/>
              <a:gd name="connsiteY0" fmla="*/ 0 h 4188118"/>
              <a:gd name="connsiteX1" fmla="*/ 11603325 w 11887200"/>
              <a:gd name="connsiteY1" fmla="*/ 0 h 4188118"/>
              <a:gd name="connsiteX2" fmla="*/ 11608344 w 11887200"/>
              <a:gd name="connsiteY2" fmla="*/ 505 h 4188118"/>
              <a:gd name="connsiteX3" fmla="*/ 11887200 w 11887200"/>
              <a:gd name="connsiteY3" fmla="*/ 342315 h 4188118"/>
              <a:gd name="connsiteX4" fmla="*/ 11887200 w 11887200"/>
              <a:gd name="connsiteY4" fmla="*/ 3839220 h 4188118"/>
              <a:gd name="connsiteX5" fmla="*/ 11537950 w 11887200"/>
              <a:gd name="connsiteY5" fmla="*/ 4188118 h 4188118"/>
              <a:gd name="connsiteX6" fmla="*/ 3733800 w 11887200"/>
              <a:gd name="connsiteY6" fmla="*/ 4188118 h 4188118"/>
              <a:gd name="connsiteX7" fmla="*/ 3462878 w 11887200"/>
              <a:gd name="connsiteY7" fmla="*/ 3917468 h 4188118"/>
              <a:gd name="connsiteX8" fmla="*/ 3191955 w 11887200"/>
              <a:gd name="connsiteY8" fmla="*/ 3646818 h 4188118"/>
              <a:gd name="connsiteX9" fmla="*/ 349250 w 11887200"/>
              <a:gd name="connsiteY9" fmla="*/ 3646818 h 4188118"/>
              <a:gd name="connsiteX10" fmla="*/ 0 w 11887200"/>
              <a:gd name="connsiteY10" fmla="*/ 3297920 h 4188118"/>
              <a:gd name="connsiteX11" fmla="*/ 0 w 11887200"/>
              <a:gd name="connsiteY11" fmla="*/ 342316 h 4188118"/>
              <a:gd name="connsiteX12" fmla="*/ 278864 w 11887200"/>
              <a:gd name="connsiteY12" fmla="*/ 505 h 4188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887200" h="4188118">
                <a:moveTo>
                  <a:pt x="283883" y="0"/>
                </a:moveTo>
                <a:lnTo>
                  <a:pt x="11603325" y="0"/>
                </a:lnTo>
                <a:lnTo>
                  <a:pt x="11608344" y="505"/>
                </a:lnTo>
                <a:cubicBezTo>
                  <a:pt x="11767505" y="33039"/>
                  <a:pt x="11887200" y="173710"/>
                  <a:pt x="11887200" y="342315"/>
                </a:cubicBezTo>
                <a:lnTo>
                  <a:pt x="11887200" y="3839220"/>
                </a:lnTo>
                <a:cubicBezTo>
                  <a:pt x="11887200" y="4031913"/>
                  <a:pt x="11730863" y="4188118"/>
                  <a:pt x="11537950" y="4188118"/>
                </a:cubicBezTo>
                <a:lnTo>
                  <a:pt x="3733800" y="4188118"/>
                </a:lnTo>
                <a:cubicBezTo>
                  <a:pt x="3584175" y="4188118"/>
                  <a:pt x="3462878" y="4066942"/>
                  <a:pt x="3462878" y="3917468"/>
                </a:cubicBezTo>
                <a:cubicBezTo>
                  <a:pt x="3462878" y="3767994"/>
                  <a:pt x="3341579" y="3646818"/>
                  <a:pt x="3191955" y="3646818"/>
                </a:cubicBezTo>
                <a:lnTo>
                  <a:pt x="349250" y="3646818"/>
                </a:lnTo>
                <a:cubicBezTo>
                  <a:pt x="156365" y="3646818"/>
                  <a:pt x="0" y="3490613"/>
                  <a:pt x="0" y="3297920"/>
                </a:cubicBezTo>
                <a:lnTo>
                  <a:pt x="0" y="342316"/>
                </a:lnTo>
                <a:cubicBezTo>
                  <a:pt x="0" y="173711"/>
                  <a:pt x="119716" y="33039"/>
                  <a:pt x="278864" y="505"/>
                </a:cubicBezTo>
                <a:close/>
              </a:path>
            </a:pathLst>
          </a:custGeom>
          <a:blipFill>
            <a:blip r:embed="rId2">
              <a:alphaModFix amt="60000"/>
            </a:blip>
            <a:stretch>
              <a:fillRect/>
            </a:stretch>
          </a:blipFill>
        </p:spPr>
        <p:txBody>
          <a:bodyPr wrap="square">
            <a:noAutofit/>
          </a:bodyPr>
          <a:lstStyle/>
          <a:p>
            <a:endParaRPr lang="en-US"/>
          </a:p>
        </p:txBody>
      </p:sp>
      <p:sp>
        <p:nvSpPr>
          <p:cNvPr id="9" name="Content Placeholder 7">
            <a:extLst>
              <a:ext uri="{FF2B5EF4-FFF2-40B4-BE49-F238E27FC236}">
                <a16:creationId xmlns:a16="http://schemas.microsoft.com/office/drawing/2014/main" id="{46B89886-D0B7-2E42-CC85-382090FCE24B}"/>
              </a:ext>
            </a:extLst>
          </p:cNvPr>
          <p:cNvSpPr>
            <a:spLocks noGrp="1"/>
          </p:cNvSpPr>
          <p:nvPr>
            <p:ph sz="quarter" idx="14"/>
          </p:nvPr>
        </p:nvSpPr>
        <p:spPr>
          <a:xfrm>
            <a:off x="4038600" y="4800601"/>
            <a:ext cx="7772400" cy="1371600"/>
          </a:xfrm>
        </p:spPr>
        <p:txBody>
          <a:bodyPr vert="horz" lIns="91440" tIns="45720" rIns="91440" bIns="45720" rtlCol="0" anchor="ctr">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60D96629-7636-13CD-DDAE-3FAF9A84C04C}"/>
              </a:ext>
            </a:extLst>
          </p:cNvPr>
          <p:cNvSpPr>
            <a:spLocks noGrp="1"/>
          </p:cNvSpPr>
          <p:nvPr>
            <p:ph type="ftr" sz="quarter" idx="17"/>
          </p:nvPr>
        </p:nvSpPr>
        <p:spPr/>
        <p:txBody>
          <a:bodyPr/>
          <a:lstStyle/>
          <a:p>
            <a:r>
              <a:rPr lang="en-US"/>
              <a:t>Sample Footer Text</a:t>
            </a:r>
          </a:p>
        </p:txBody>
      </p:sp>
      <p:sp>
        <p:nvSpPr>
          <p:cNvPr id="2" name="Date Placeholder 1">
            <a:extLst>
              <a:ext uri="{FF2B5EF4-FFF2-40B4-BE49-F238E27FC236}">
                <a16:creationId xmlns:a16="http://schemas.microsoft.com/office/drawing/2014/main" id="{BBC96C14-DFFB-28AC-C7C2-F4CA75ED220F}"/>
              </a:ext>
            </a:extLst>
          </p:cNvPr>
          <p:cNvSpPr>
            <a:spLocks noGrp="1"/>
          </p:cNvSpPr>
          <p:nvPr>
            <p:ph type="dt" sz="half" idx="16"/>
          </p:nvPr>
        </p:nvSpPr>
        <p:spPr/>
        <p:txBody>
          <a:bodyPr/>
          <a:lstStyle/>
          <a:p>
            <a:fld id="{510A2771-8E21-49E7-B228-D2E8E03EF101}" type="datetime1">
              <a:rPr lang="en-US" smtClean="0"/>
              <a:t>5/29/2026</a:t>
            </a:fld>
            <a:endParaRPr lang="en-US"/>
          </a:p>
        </p:txBody>
      </p:sp>
      <p:sp>
        <p:nvSpPr>
          <p:cNvPr id="5" name="Slide Number Placeholder 4">
            <a:extLst>
              <a:ext uri="{FF2B5EF4-FFF2-40B4-BE49-F238E27FC236}">
                <a16:creationId xmlns:a16="http://schemas.microsoft.com/office/drawing/2014/main" id="{D8267B94-172F-C06B-ACF0-7E24490AD41F}"/>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20064606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Picture 4">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676C2-CD03-E417-CB93-800D63E65DEC}"/>
              </a:ext>
            </a:extLst>
          </p:cNvPr>
          <p:cNvSpPr>
            <a:spLocks noGrp="1"/>
          </p:cNvSpPr>
          <p:nvPr>
            <p:ph type="title"/>
          </p:nvPr>
        </p:nvSpPr>
        <p:spPr>
          <a:xfrm>
            <a:off x="8153400" y="687787"/>
            <a:ext cx="3643802" cy="1479477"/>
          </a:xfrm>
        </p:spPr>
        <p:txBody>
          <a:bodyPr anchor="t">
            <a:normAutofit/>
          </a:bodyPr>
          <a:lstStyle>
            <a:lvl1pPr>
              <a:defRPr sz="3000"/>
            </a:lvl1pPr>
          </a:lstStyle>
          <a:p>
            <a:r>
              <a:rPr lang="en-US"/>
              <a:t>Click to edit Master title style</a:t>
            </a:r>
          </a:p>
        </p:txBody>
      </p:sp>
      <p:sp>
        <p:nvSpPr>
          <p:cNvPr id="17" name="Picture Placeholder 16">
            <a:extLst>
              <a:ext uri="{FF2B5EF4-FFF2-40B4-BE49-F238E27FC236}">
                <a16:creationId xmlns:a16="http://schemas.microsoft.com/office/drawing/2014/main" id="{4F55C32B-C162-62A9-B41A-495DC7FAC90D}"/>
              </a:ext>
            </a:extLst>
          </p:cNvPr>
          <p:cNvSpPr>
            <a:spLocks noGrp="1"/>
          </p:cNvSpPr>
          <p:nvPr>
            <p:ph type="pic" sz="quarter" idx="15"/>
          </p:nvPr>
        </p:nvSpPr>
        <p:spPr>
          <a:xfrm>
            <a:off x="152400" y="152909"/>
            <a:ext cx="6858000" cy="6552184"/>
          </a:xfrm>
          <a:custGeom>
            <a:avLst/>
            <a:gdLst>
              <a:gd name="connsiteX0" fmla="*/ 349250 w 6858000"/>
              <a:gd name="connsiteY0" fmla="*/ 0 h 6552184"/>
              <a:gd name="connsiteX1" fmla="*/ 6508751 w 6858000"/>
              <a:gd name="connsiteY1" fmla="*/ 0 h 6552184"/>
              <a:gd name="connsiteX2" fmla="*/ 6850907 w 6858000"/>
              <a:gd name="connsiteY2" fmla="*/ 278864 h 6552184"/>
              <a:gd name="connsiteX3" fmla="*/ 6858000 w 6858000"/>
              <a:gd name="connsiteY3" fmla="*/ 349240 h 6552184"/>
              <a:gd name="connsiteX4" fmla="*/ 6858000 w 6858000"/>
              <a:gd name="connsiteY4" fmla="*/ 6202932 h 6552184"/>
              <a:gd name="connsiteX5" fmla="*/ 6850907 w 6858000"/>
              <a:gd name="connsiteY5" fmla="*/ 6273302 h 6552184"/>
              <a:gd name="connsiteX6" fmla="*/ 6508751 w 6858000"/>
              <a:gd name="connsiteY6" fmla="*/ 6552184 h 6552184"/>
              <a:gd name="connsiteX7" fmla="*/ 3679661 w 6858000"/>
              <a:gd name="connsiteY7" fmla="*/ 6552184 h 6552184"/>
              <a:gd name="connsiteX8" fmla="*/ 3429001 w 6858000"/>
              <a:gd name="connsiteY8" fmla="*/ 6301512 h 6552184"/>
              <a:gd name="connsiteX9" fmla="*/ 3178341 w 6858000"/>
              <a:gd name="connsiteY9" fmla="*/ 6050852 h 6552184"/>
              <a:gd name="connsiteX10" fmla="*/ 349250 w 6858000"/>
              <a:gd name="connsiteY10" fmla="*/ 6050852 h 6552184"/>
              <a:gd name="connsiteX11" fmla="*/ 0 w 6858000"/>
              <a:gd name="connsiteY11" fmla="*/ 5701602 h 6552184"/>
              <a:gd name="connsiteX12" fmla="*/ 0 w 6858000"/>
              <a:gd name="connsiteY12" fmla="*/ 349249 h 6552184"/>
              <a:gd name="connsiteX13" fmla="*/ 349250 w 6858000"/>
              <a:gd name="connsiteY13" fmla="*/ 0 h 6552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858000" h="6552184">
                <a:moveTo>
                  <a:pt x="349250" y="0"/>
                </a:moveTo>
                <a:lnTo>
                  <a:pt x="6508751" y="0"/>
                </a:lnTo>
                <a:cubicBezTo>
                  <a:pt x="6677550" y="0"/>
                  <a:pt x="6818346" y="119716"/>
                  <a:pt x="6850907" y="278864"/>
                </a:cubicBezTo>
                <a:lnTo>
                  <a:pt x="6858000" y="349240"/>
                </a:lnTo>
                <a:lnTo>
                  <a:pt x="6858000" y="6202932"/>
                </a:lnTo>
                <a:lnTo>
                  <a:pt x="6850907" y="6273302"/>
                </a:lnTo>
                <a:cubicBezTo>
                  <a:pt x="6818346" y="6432441"/>
                  <a:pt x="6677550" y="6552184"/>
                  <a:pt x="6508751" y="6552184"/>
                </a:cubicBezTo>
                <a:lnTo>
                  <a:pt x="3679661" y="6552184"/>
                </a:lnTo>
                <a:cubicBezTo>
                  <a:pt x="3541224" y="6552184"/>
                  <a:pt x="3429001" y="6439916"/>
                  <a:pt x="3429001" y="6301512"/>
                </a:cubicBezTo>
                <a:cubicBezTo>
                  <a:pt x="3429001" y="6163075"/>
                  <a:pt x="3316777" y="6050852"/>
                  <a:pt x="3178341" y="6050852"/>
                </a:cubicBezTo>
                <a:lnTo>
                  <a:pt x="349250" y="6050852"/>
                </a:lnTo>
                <a:cubicBezTo>
                  <a:pt x="156365" y="6050852"/>
                  <a:pt x="0" y="5894483"/>
                  <a:pt x="0" y="5701602"/>
                </a:cubicBezTo>
                <a:lnTo>
                  <a:pt x="0" y="349249"/>
                </a:lnTo>
                <a:cubicBezTo>
                  <a:pt x="0" y="156364"/>
                  <a:pt x="156364" y="0"/>
                  <a:pt x="349250" y="0"/>
                </a:cubicBezTo>
                <a:close/>
              </a:path>
            </a:pathLst>
          </a:custGeom>
          <a:blipFill>
            <a:blip r:embed="rId2">
              <a:alphaModFix amt="60000"/>
            </a:blip>
            <a:stretch>
              <a:fillRect/>
            </a:stretch>
          </a:blipFill>
        </p:spPr>
        <p:txBody>
          <a:bodyPr wrap="square">
            <a:noAutofit/>
          </a:bodyPr>
          <a:lstStyle/>
          <a:p>
            <a:endParaRPr lang="en-US"/>
          </a:p>
        </p:txBody>
      </p:sp>
      <p:sp>
        <p:nvSpPr>
          <p:cNvPr id="4" name="Content Placeholder 7">
            <a:extLst>
              <a:ext uri="{FF2B5EF4-FFF2-40B4-BE49-F238E27FC236}">
                <a16:creationId xmlns:a16="http://schemas.microsoft.com/office/drawing/2014/main" id="{2FA71202-73E3-EC77-A329-87C79A8076ED}"/>
              </a:ext>
            </a:extLst>
          </p:cNvPr>
          <p:cNvSpPr>
            <a:spLocks noGrp="1"/>
          </p:cNvSpPr>
          <p:nvPr>
            <p:ph sz="quarter" idx="14"/>
          </p:nvPr>
        </p:nvSpPr>
        <p:spPr>
          <a:xfrm>
            <a:off x="8153524" y="2315569"/>
            <a:ext cx="3657600" cy="3399431"/>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Footer Placeholder 18">
            <a:extLst>
              <a:ext uri="{FF2B5EF4-FFF2-40B4-BE49-F238E27FC236}">
                <a16:creationId xmlns:a16="http://schemas.microsoft.com/office/drawing/2014/main" id="{71FBFF96-90E9-F38D-7DE9-B0F3618F7E2D}"/>
              </a:ext>
            </a:extLst>
          </p:cNvPr>
          <p:cNvSpPr>
            <a:spLocks noGrp="1"/>
          </p:cNvSpPr>
          <p:nvPr>
            <p:ph type="ftr" sz="quarter" idx="17"/>
          </p:nvPr>
        </p:nvSpPr>
        <p:spPr/>
        <p:txBody>
          <a:bodyPr/>
          <a:lstStyle/>
          <a:p>
            <a:r>
              <a:rPr lang="en-US"/>
              <a:t>Sample Footer Text</a:t>
            </a:r>
          </a:p>
        </p:txBody>
      </p:sp>
      <p:sp>
        <p:nvSpPr>
          <p:cNvPr id="18" name="Date Placeholder 17">
            <a:extLst>
              <a:ext uri="{FF2B5EF4-FFF2-40B4-BE49-F238E27FC236}">
                <a16:creationId xmlns:a16="http://schemas.microsoft.com/office/drawing/2014/main" id="{2F86AE26-3DEB-A585-586A-3E96D1C9222C}"/>
              </a:ext>
            </a:extLst>
          </p:cNvPr>
          <p:cNvSpPr>
            <a:spLocks noGrp="1"/>
          </p:cNvSpPr>
          <p:nvPr>
            <p:ph type="dt" sz="half" idx="16"/>
          </p:nvPr>
        </p:nvSpPr>
        <p:spPr/>
        <p:txBody>
          <a:bodyPr/>
          <a:lstStyle/>
          <a:p>
            <a:fld id="{A4C70D3D-2EA3-41F5-B5FB-87A1D5BE41CB}" type="datetime1">
              <a:rPr lang="en-US" smtClean="0"/>
              <a:t>5/29/2026</a:t>
            </a:fld>
            <a:endParaRPr lang="en-US"/>
          </a:p>
        </p:txBody>
      </p:sp>
      <p:sp>
        <p:nvSpPr>
          <p:cNvPr id="20" name="Slide Number Placeholder 19">
            <a:extLst>
              <a:ext uri="{FF2B5EF4-FFF2-40B4-BE49-F238E27FC236}">
                <a16:creationId xmlns:a16="http://schemas.microsoft.com/office/drawing/2014/main" id="{61023988-9ADD-CF63-46AD-822C53C85840}"/>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93541737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5">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B89B3-4BC0-8CBA-6C8C-DB3E149D9163}"/>
              </a:ext>
            </a:extLst>
          </p:cNvPr>
          <p:cNvSpPr>
            <a:spLocks noGrp="1"/>
          </p:cNvSpPr>
          <p:nvPr>
            <p:ph type="title"/>
          </p:nvPr>
        </p:nvSpPr>
        <p:spPr>
          <a:xfrm>
            <a:off x="381000" y="687787"/>
            <a:ext cx="3657600" cy="1479477"/>
          </a:xfrm>
        </p:spPr>
        <p:txBody>
          <a:bodyPr anchor="t">
            <a:normAutofit/>
          </a:bodyPr>
          <a:lstStyle>
            <a:lvl1pPr>
              <a:defRPr sz="3000"/>
            </a:lvl1pPr>
          </a:lstStyle>
          <a:p>
            <a:r>
              <a:rPr lang="en-US"/>
              <a:t>Click to edit Master title style</a:t>
            </a:r>
          </a:p>
        </p:txBody>
      </p:sp>
      <p:sp>
        <p:nvSpPr>
          <p:cNvPr id="4" name="Content Placeholder 7">
            <a:extLst>
              <a:ext uri="{FF2B5EF4-FFF2-40B4-BE49-F238E27FC236}">
                <a16:creationId xmlns:a16="http://schemas.microsoft.com/office/drawing/2014/main" id="{93D7441D-47D4-6327-58AD-E2323761EF43}"/>
              </a:ext>
            </a:extLst>
          </p:cNvPr>
          <p:cNvSpPr>
            <a:spLocks noGrp="1"/>
          </p:cNvSpPr>
          <p:nvPr>
            <p:ph sz="quarter" idx="14"/>
          </p:nvPr>
        </p:nvSpPr>
        <p:spPr>
          <a:xfrm>
            <a:off x="381124" y="2315569"/>
            <a:ext cx="3657600" cy="3399431"/>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9BB15437-61C3-B4EF-E477-7EC4FFB3A231}"/>
              </a:ext>
            </a:extLst>
          </p:cNvPr>
          <p:cNvSpPr>
            <a:spLocks noGrp="1"/>
          </p:cNvSpPr>
          <p:nvPr>
            <p:ph type="pic" sz="quarter" idx="15"/>
          </p:nvPr>
        </p:nvSpPr>
        <p:spPr>
          <a:xfrm>
            <a:off x="5167745" y="153416"/>
            <a:ext cx="6858000" cy="6552184"/>
          </a:xfrm>
          <a:custGeom>
            <a:avLst/>
            <a:gdLst>
              <a:gd name="connsiteX0" fmla="*/ 349250 w 6858000"/>
              <a:gd name="connsiteY0" fmla="*/ 0 h 6552184"/>
              <a:gd name="connsiteX1" fmla="*/ 6508751 w 6858000"/>
              <a:gd name="connsiteY1" fmla="*/ 0 h 6552184"/>
              <a:gd name="connsiteX2" fmla="*/ 6850905 w 6858000"/>
              <a:gd name="connsiteY2" fmla="*/ 278863 h 6552184"/>
              <a:gd name="connsiteX3" fmla="*/ 6858000 w 6858000"/>
              <a:gd name="connsiteY3" fmla="*/ 349239 h 6552184"/>
              <a:gd name="connsiteX4" fmla="*/ 6858000 w 6858000"/>
              <a:gd name="connsiteY4" fmla="*/ 5701612 h 6552184"/>
              <a:gd name="connsiteX5" fmla="*/ 6850905 w 6858000"/>
              <a:gd name="connsiteY5" fmla="*/ 5771987 h 6552184"/>
              <a:gd name="connsiteX6" fmla="*/ 6508751 w 6858000"/>
              <a:gd name="connsiteY6" fmla="*/ 6050852 h 6552184"/>
              <a:gd name="connsiteX7" fmla="*/ 3679660 w 6858000"/>
              <a:gd name="connsiteY7" fmla="*/ 6050852 h 6552184"/>
              <a:gd name="connsiteX8" fmla="*/ 3429000 w 6858000"/>
              <a:gd name="connsiteY8" fmla="*/ 6301512 h 6552184"/>
              <a:gd name="connsiteX9" fmla="*/ 3178340 w 6858000"/>
              <a:gd name="connsiteY9" fmla="*/ 6552184 h 6552184"/>
              <a:gd name="connsiteX10" fmla="*/ 349250 w 6858000"/>
              <a:gd name="connsiteY10" fmla="*/ 6552184 h 6552184"/>
              <a:gd name="connsiteX11" fmla="*/ 0 w 6858000"/>
              <a:gd name="connsiteY11" fmla="*/ 6202922 h 6552184"/>
              <a:gd name="connsiteX12" fmla="*/ 0 w 6858000"/>
              <a:gd name="connsiteY12" fmla="*/ 349250 h 6552184"/>
              <a:gd name="connsiteX13" fmla="*/ 349250 w 6858000"/>
              <a:gd name="connsiteY13" fmla="*/ 0 h 6552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858000" h="6552184">
                <a:moveTo>
                  <a:pt x="349250" y="0"/>
                </a:moveTo>
                <a:lnTo>
                  <a:pt x="6508751" y="0"/>
                </a:lnTo>
                <a:cubicBezTo>
                  <a:pt x="6677526" y="0"/>
                  <a:pt x="6818339" y="119716"/>
                  <a:pt x="6850905" y="278863"/>
                </a:cubicBezTo>
                <a:lnTo>
                  <a:pt x="6858000" y="349239"/>
                </a:lnTo>
                <a:lnTo>
                  <a:pt x="6858000" y="5701612"/>
                </a:lnTo>
                <a:lnTo>
                  <a:pt x="6850905" y="5771987"/>
                </a:lnTo>
                <a:cubicBezTo>
                  <a:pt x="6818339" y="5931132"/>
                  <a:pt x="6677525" y="6050852"/>
                  <a:pt x="6508751" y="6050852"/>
                </a:cubicBezTo>
                <a:lnTo>
                  <a:pt x="3679660" y="6050852"/>
                </a:lnTo>
                <a:cubicBezTo>
                  <a:pt x="3541224" y="6050852"/>
                  <a:pt x="3429000" y="6163075"/>
                  <a:pt x="3429000" y="6301512"/>
                </a:cubicBezTo>
                <a:cubicBezTo>
                  <a:pt x="3429000" y="6439916"/>
                  <a:pt x="3316777" y="6552184"/>
                  <a:pt x="3178340" y="6552184"/>
                </a:cubicBezTo>
                <a:lnTo>
                  <a:pt x="349250" y="6552184"/>
                </a:lnTo>
                <a:cubicBezTo>
                  <a:pt x="156337" y="6552184"/>
                  <a:pt x="0" y="6395784"/>
                  <a:pt x="0" y="6202922"/>
                </a:cubicBezTo>
                <a:lnTo>
                  <a:pt x="0" y="349250"/>
                </a:lnTo>
                <a:cubicBezTo>
                  <a:pt x="0" y="156364"/>
                  <a:pt x="156337" y="0"/>
                  <a:pt x="349250" y="0"/>
                </a:cubicBezTo>
                <a:close/>
              </a:path>
            </a:pathLst>
          </a:custGeom>
          <a:blipFill>
            <a:blip r:embed="rId2">
              <a:alphaModFix amt="60000"/>
            </a:blip>
            <a:stretch>
              <a:fillRect/>
            </a:stretch>
          </a:blipFill>
        </p:spPr>
        <p:txBody>
          <a:bodyPr wrap="square">
            <a:noAutofit/>
          </a:bodyPr>
          <a:lstStyle/>
          <a:p>
            <a:endParaRPr lang="en-US"/>
          </a:p>
        </p:txBody>
      </p:sp>
      <p:sp>
        <p:nvSpPr>
          <p:cNvPr id="15" name="Footer Placeholder 14">
            <a:extLst>
              <a:ext uri="{FF2B5EF4-FFF2-40B4-BE49-F238E27FC236}">
                <a16:creationId xmlns:a16="http://schemas.microsoft.com/office/drawing/2014/main" id="{7FE5C307-6369-CF58-0A50-89212DFBD1CB}"/>
              </a:ext>
            </a:extLst>
          </p:cNvPr>
          <p:cNvSpPr>
            <a:spLocks noGrp="1"/>
          </p:cNvSpPr>
          <p:nvPr>
            <p:ph type="ftr" sz="quarter" idx="17"/>
          </p:nvPr>
        </p:nvSpPr>
        <p:spPr/>
        <p:txBody>
          <a:bodyPr/>
          <a:lstStyle/>
          <a:p>
            <a:r>
              <a:rPr lang="en-US"/>
              <a:t>Sample Footer Text</a:t>
            </a:r>
          </a:p>
        </p:txBody>
      </p:sp>
      <p:sp>
        <p:nvSpPr>
          <p:cNvPr id="14" name="Date Placeholder 13">
            <a:extLst>
              <a:ext uri="{FF2B5EF4-FFF2-40B4-BE49-F238E27FC236}">
                <a16:creationId xmlns:a16="http://schemas.microsoft.com/office/drawing/2014/main" id="{7EC422F6-7257-B0F1-4018-B56FEDC412E4}"/>
              </a:ext>
            </a:extLst>
          </p:cNvPr>
          <p:cNvSpPr>
            <a:spLocks noGrp="1"/>
          </p:cNvSpPr>
          <p:nvPr>
            <p:ph type="dt" sz="half" idx="16"/>
          </p:nvPr>
        </p:nvSpPr>
        <p:spPr/>
        <p:txBody>
          <a:bodyPr/>
          <a:lstStyle/>
          <a:p>
            <a:fld id="{129BAB11-3A95-4A4E-9903-06443409E50F}" type="datetime1">
              <a:rPr lang="en-US" smtClean="0"/>
              <a:t>5/29/2026</a:t>
            </a:fld>
            <a:endParaRPr lang="en-US"/>
          </a:p>
        </p:txBody>
      </p:sp>
      <p:sp>
        <p:nvSpPr>
          <p:cNvPr id="16" name="Slide Number Placeholder 15">
            <a:extLst>
              <a:ext uri="{FF2B5EF4-FFF2-40B4-BE49-F238E27FC236}">
                <a16:creationId xmlns:a16="http://schemas.microsoft.com/office/drawing/2014/main" id="{0E28D06D-C260-17A4-72EE-F62EE249E4C1}"/>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68069358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6">
    <p:bg>
      <p:bgPr>
        <a:solidFill>
          <a:schemeClr val="bg1"/>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B270E86-172E-E52F-5FA2-F43C6B876A1F}"/>
              </a:ext>
            </a:extLst>
          </p:cNvPr>
          <p:cNvSpPr>
            <a:spLocks noGrp="1"/>
          </p:cNvSpPr>
          <p:nvPr>
            <p:ph type="title"/>
          </p:nvPr>
        </p:nvSpPr>
        <p:spPr>
          <a:xfrm>
            <a:off x="7239000" y="685799"/>
            <a:ext cx="4572000" cy="1142665"/>
          </a:xfrm>
        </p:spPr>
        <p:txBody>
          <a:bodyPr anchor="t">
            <a:normAutofit/>
          </a:bodyPr>
          <a:lstStyle>
            <a:lvl1pPr>
              <a:defRPr sz="3000"/>
            </a:lvl1pPr>
          </a:lstStyle>
          <a:p>
            <a:r>
              <a:rPr lang="en-US"/>
              <a:t>Click to edit Master title style</a:t>
            </a:r>
          </a:p>
        </p:txBody>
      </p:sp>
      <p:sp>
        <p:nvSpPr>
          <p:cNvPr id="23" name="Picture Placeholder 22">
            <a:extLst>
              <a:ext uri="{FF2B5EF4-FFF2-40B4-BE49-F238E27FC236}">
                <a16:creationId xmlns:a16="http://schemas.microsoft.com/office/drawing/2014/main" id="{A09759E0-34BA-620A-7C02-5DD57D991C19}"/>
              </a:ext>
            </a:extLst>
          </p:cNvPr>
          <p:cNvSpPr>
            <a:spLocks noGrp="1"/>
          </p:cNvSpPr>
          <p:nvPr>
            <p:ph type="pic" sz="quarter" idx="15"/>
          </p:nvPr>
        </p:nvSpPr>
        <p:spPr>
          <a:xfrm>
            <a:off x="152400" y="153417"/>
            <a:ext cx="5943599" cy="6552184"/>
          </a:xfrm>
          <a:custGeom>
            <a:avLst/>
            <a:gdLst>
              <a:gd name="connsiteX0" fmla="*/ 349249 w 5943599"/>
              <a:gd name="connsiteY0" fmla="*/ 0 h 6552184"/>
              <a:gd name="connsiteX1" fmla="*/ 5594350 w 5943599"/>
              <a:gd name="connsiteY1" fmla="*/ 0 h 6552184"/>
              <a:gd name="connsiteX2" fmla="*/ 5936505 w 5943599"/>
              <a:gd name="connsiteY2" fmla="*/ 278864 h 6552184"/>
              <a:gd name="connsiteX3" fmla="*/ 5943599 w 5943599"/>
              <a:gd name="connsiteY3" fmla="*/ 349240 h 6552184"/>
              <a:gd name="connsiteX4" fmla="*/ 5943599 w 5943599"/>
              <a:gd name="connsiteY4" fmla="*/ 6202933 h 6552184"/>
              <a:gd name="connsiteX5" fmla="*/ 5936505 w 5943599"/>
              <a:gd name="connsiteY5" fmla="*/ 6273302 h 6552184"/>
              <a:gd name="connsiteX6" fmla="*/ 5594350 w 5943599"/>
              <a:gd name="connsiteY6" fmla="*/ 6552184 h 6552184"/>
              <a:gd name="connsiteX7" fmla="*/ 3222460 w 5943599"/>
              <a:gd name="connsiteY7" fmla="*/ 6552184 h 6552184"/>
              <a:gd name="connsiteX8" fmla="*/ 2971800 w 5943599"/>
              <a:gd name="connsiteY8" fmla="*/ 6301512 h 6552184"/>
              <a:gd name="connsiteX9" fmla="*/ 2721140 w 5943599"/>
              <a:gd name="connsiteY9" fmla="*/ 6050852 h 6552184"/>
              <a:gd name="connsiteX10" fmla="*/ 349249 w 5943599"/>
              <a:gd name="connsiteY10" fmla="*/ 6050852 h 6552184"/>
              <a:gd name="connsiteX11" fmla="*/ 7095 w 5943599"/>
              <a:gd name="connsiteY11" fmla="*/ 5771987 h 6552184"/>
              <a:gd name="connsiteX12" fmla="*/ 0 w 5943599"/>
              <a:gd name="connsiteY12" fmla="*/ 5701612 h 6552184"/>
              <a:gd name="connsiteX13" fmla="*/ 0 w 5943599"/>
              <a:gd name="connsiteY13" fmla="*/ 349239 h 6552184"/>
              <a:gd name="connsiteX14" fmla="*/ 7095 w 5943599"/>
              <a:gd name="connsiteY14" fmla="*/ 278863 h 6552184"/>
              <a:gd name="connsiteX15" fmla="*/ 349249 w 5943599"/>
              <a:gd name="connsiteY15" fmla="*/ 0 h 6552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43599" h="6552184">
                <a:moveTo>
                  <a:pt x="349249" y="0"/>
                </a:moveTo>
                <a:lnTo>
                  <a:pt x="5594350" y="0"/>
                </a:lnTo>
                <a:cubicBezTo>
                  <a:pt x="5763127" y="0"/>
                  <a:pt x="5903939" y="119716"/>
                  <a:pt x="5936505" y="278864"/>
                </a:cubicBezTo>
                <a:lnTo>
                  <a:pt x="5943599" y="349240"/>
                </a:lnTo>
                <a:lnTo>
                  <a:pt x="5943599" y="6202933"/>
                </a:lnTo>
                <a:lnTo>
                  <a:pt x="5936505" y="6273302"/>
                </a:lnTo>
                <a:cubicBezTo>
                  <a:pt x="5903939" y="6432441"/>
                  <a:pt x="5763127" y="6552184"/>
                  <a:pt x="5594350" y="6552184"/>
                </a:cubicBezTo>
                <a:lnTo>
                  <a:pt x="3222460" y="6552184"/>
                </a:lnTo>
                <a:cubicBezTo>
                  <a:pt x="3084023" y="6552184"/>
                  <a:pt x="2971800" y="6439916"/>
                  <a:pt x="2971800" y="6301512"/>
                </a:cubicBezTo>
                <a:cubicBezTo>
                  <a:pt x="2971800" y="6163075"/>
                  <a:pt x="2859576" y="6050852"/>
                  <a:pt x="2721140" y="6050852"/>
                </a:cubicBezTo>
                <a:lnTo>
                  <a:pt x="349249" y="6050852"/>
                </a:lnTo>
                <a:cubicBezTo>
                  <a:pt x="180474" y="6050852"/>
                  <a:pt x="39661" y="5931132"/>
                  <a:pt x="7095" y="5771987"/>
                </a:cubicBezTo>
                <a:lnTo>
                  <a:pt x="0" y="5701612"/>
                </a:lnTo>
                <a:lnTo>
                  <a:pt x="0" y="349239"/>
                </a:lnTo>
                <a:lnTo>
                  <a:pt x="7095" y="278863"/>
                </a:lnTo>
                <a:cubicBezTo>
                  <a:pt x="39661" y="119716"/>
                  <a:pt x="180474" y="0"/>
                  <a:pt x="349249" y="0"/>
                </a:cubicBezTo>
                <a:close/>
              </a:path>
            </a:pathLst>
          </a:custGeom>
          <a:blipFill>
            <a:blip r:embed="rId2">
              <a:alphaModFix amt="60000"/>
            </a:blip>
            <a:stretch>
              <a:fillRect/>
            </a:stretch>
          </a:blipFill>
        </p:spPr>
        <p:txBody>
          <a:bodyPr wrap="square">
            <a:noAutofit/>
          </a:bodyPr>
          <a:lstStyle/>
          <a:p>
            <a:endParaRPr lang="en-US"/>
          </a:p>
        </p:txBody>
      </p:sp>
      <p:sp>
        <p:nvSpPr>
          <p:cNvPr id="9" name="Content Placeholder 7">
            <a:extLst>
              <a:ext uri="{FF2B5EF4-FFF2-40B4-BE49-F238E27FC236}">
                <a16:creationId xmlns:a16="http://schemas.microsoft.com/office/drawing/2014/main" id="{63B76838-CF87-13E2-3FB4-2C33A18A42E1}"/>
              </a:ext>
            </a:extLst>
          </p:cNvPr>
          <p:cNvSpPr>
            <a:spLocks noGrp="1"/>
          </p:cNvSpPr>
          <p:nvPr>
            <p:ph sz="quarter" idx="14"/>
          </p:nvPr>
        </p:nvSpPr>
        <p:spPr>
          <a:xfrm>
            <a:off x="7239000" y="1975104"/>
            <a:ext cx="4572000" cy="4197097"/>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Footer Placeholder 24">
            <a:extLst>
              <a:ext uri="{FF2B5EF4-FFF2-40B4-BE49-F238E27FC236}">
                <a16:creationId xmlns:a16="http://schemas.microsoft.com/office/drawing/2014/main" id="{8ADBC95E-510D-3B2D-86CA-02B88C4B2F68}"/>
              </a:ext>
            </a:extLst>
          </p:cNvPr>
          <p:cNvSpPr>
            <a:spLocks noGrp="1"/>
          </p:cNvSpPr>
          <p:nvPr>
            <p:ph type="ftr" sz="quarter" idx="17"/>
          </p:nvPr>
        </p:nvSpPr>
        <p:spPr>
          <a:xfrm>
            <a:off x="152400" y="6347057"/>
            <a:ext cx="2286000" cy="365125"/>
          </a:xfrm>
        </p:spPr>
        <p:txBody>
          <a:bodyPr/>
          <a:lstStyle/>
          <a:p>
            <a:r>
              <a:rPr lang="en-US"/>
              <a:t>Sample Footer Text</a:t>
            </a:r>
          </a:p>
        </p:txBody>
      </p:sp>
      <p:sp>
        <p:nvSpPr>
          <p:cNvPr id="24" name="Date Placeholder 23">
            <a:extLst>
              <a:ext uri="{FF2B5EF4-FFF2-40B4-BE49-F238E27FC236}">
                <a16:creationId xmlns:a16="http://schemas.microsoft.com/office/drawing/2014/main" id="{17BCEDA5-95B9-E7B2-CAB5-29E3BD272080}"/>
              </a:ext>
            </a:extLst>
          </p:cNvPr>
          <p:cNvSpPr>
            <a:spLocks noGrp="1"/>
          </p:cNvSpPr>
          <p:nvPr>
            <p:ph type="dt" sz="half" idx="16"/>
          </p:nvPr>
        </p:nvSpPr>
        <p:spPr/>
        <p:txBody>
          <a:bodyPr/>
          <a:lstStyle/>
          <a:p>
            <a:fld id="{8501D194-EF42-437F-80D1-052581A2D56F}" type="datetime1">
              <a:rPr lang="en-US" smtClean="0"/>
              <a:t>5/29/2026</a:t>
            </a:fld>
            <a:endParaRPr lang="en-US"/>
          </a:p>
        </p:txBody>
      </p:sp>
      <p:sp>
        <p:nvSpPr>
          <p:cNvPr id="26" name="Slide Number Placeholder 25">
            <a:extLst>
              <a:ext uri="{FF2B5EF4-FFF2-40B4-BE49-F238E27FC236}">
                <a16:creationId xmlns:a16="http://schemas.microsoft.com/office/drawing/2014/main" id="{B0979856-E127-0071-5A89-58D930F576D1}"/>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96168229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Picture 7">
    <p:bg>
      <p:bgPr>
        <a:solidFill>
          <a:schemeClr val="bg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D773997-CD4B-E689-3BAF-0C9897FE8A08}"/>
              </a:ext>
            </a:extLst>
          </p:cNvPr>
          <p:cNvSpPr>
            <a:spLocks noGrp="1"/>
          </p:cNvSpPr>
          <p:nvPr>
            <p:ph type="title"/>
          </p:nvPr>
        </p:nvSpPr>
        <p:spPr>
          <a:xfrm>
            <a:off x="381000" y="685799"/>
            <a:ext cx="4572000" cy="1142665"/>
          </a:xfrm>
        </p:spPr>
        <p:txBody>
          <a:bodyPr anchor="t">
            <a:normAutofit/>
          </a:bodyPr>
          <a:lstStyle>
            <a:lvl1pPr>
              <a:defRPr sz="3000"/>
            </a:lvl1pPr>
          </a:lstStyle>
          <a:p>
            <a:r>
              <a:rPr lang="en-US"/>
              <a:t>Click to edit Master title style</a:t>
            </a:r>
          </a:p>
        </p:txBody>
      </p:sp>
      <p:sp>
        <p:nvSpPr>
          <p:cNvPr id="5" name="Content Placeholder 7">
            <a:extLst>
              <a:ext uri="{FF2B5EF4-FFF2-40B4-BE49-F238E27FC236}">
                <a16:creationId xmlns:a16="http://schemas.microsoft.com/office/drawing/2014/main" id="{24EBD2AD-58AA-F811-7CF8-B1ED45891343}"/>
              </a:ext>
            </a:extLst>
          </p:cNvPr>
          <p:cNvSpPr>
            <a:spLocks noGrp="1"/>
          </p:cNvSpPr>
          <p:nvPr>
            <p:ph sz="quarter" idx="14"/>
          </p:nvPr>
        </p:nvSpPr>
        <p:spPr>
          <a:xfrm>
            <a:off x="381000" y="1975104"/>
            <a:ext cx="4572000" cy="4197097"/>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Picture Placeholder 13">
            <a:extLst>
              <a:ext uri="{FF2B5EF4-FFF2-40B4-BE49-F238E27FC236}">
                <a16:creationId xmlns:a16="http://schemas.microsoft.com/office/drawing/2014/main" id="{D095B35F-B5A5-E348-6D44-317477DFD782}"/>
              </a:ext>
            </a:extLst>
          </p:cNvPr>
          <p:cNvSpPr>
            <a:spLocks noGrp="1"/>
          </p:cNvSpPr>
          <p:nvPr>
            <p:ph type="pic" sz="quarter" idx="15"/>
          </p:nvPr>
        </p:nvSpPr>
        <p:spPr>
          <a:xfrm>
            <a:off x="6096001" y="153417"/>
            <a:ext cx="5943599" cy="6552184"/>
          </a:xfrm>
          <a:custGeom>
            <a:avLst/>
            <a:gdLst>
              <a:gd name="connsiteX0" fmla="*/ 349249 w 5943599"/>
              <a:gd name="connsiteY0" fmla="*/ 0 h 6552184"/>
              <a:gd name="connsiteX1" fmla="*/ 5594350 w 5943599"/>
              <a:gd name="connsiteY1" fmla="*/ 0 h 6552184"/>
              <a:gd name="connsiteX2" fmla="*/ 5936505 w 5943599"/>
              <a:gd name="connsiteY2" fmla="*/ 278863 h 6552184"/>
              <a:gd name="connsiteX3" fmla="*/ 5943599 w 5943599"/>
              <a:gd name="connsiteY3" fmla="*/ 349239 h 6552184"/>
              <a:gd name="connsiteX4" fmla="*/ 5943599 w 5943599"/>
              <a:gd name="connsiteY4" fmla="*/ 5701613 h 6552184"/>
              <a:gd name="connsiteX5" fmla="*/ 5936505 w 5943599"/>
              <a:gd name="connsiteY5" fmla="*/ 5771987 h 6552184"/>
              <a:gd name="connsiteX6" fmla="*/ 5594350 w 5943599"/>
              <a:gd name="connsiteY6" fmla="*/ 6050852 h 6552184"/>
              <a:gd name="connsiteX7" fmla="*/ 3222459 w 5943599"/>
              <a:gd name="connsiteY7" fmla="*/ 6050852 h 6552184"/>
              <a:gd name="connsiteX8" fmla="*/ 2971799 w 5943599"/>
              <a:gd name="connsiteY8" fmla="*/ 6301512 h 6552184"/>
              <a:gd name="connsiteX9" fmla="*/ 2721139 w 5943599"/>
              <a:gd name="connsiteY9" fmla="*/ 6552184 h 6552184"/>
              <a:gd name="connsiteX10" fmla="*/ 349249 w 5943599"/>
              <a:gd name="connsiteY10" fmla="*/ 6552184 h 6552184"/>
              <a:gd name="connsiteX11" fmla="*/ 7095 w 5943599"/>
              <a:gd name="connsiteY11" fmla="*/ 6273302 h 6552184"/>
              <a:gd name="connsiteX12" fmla="*/ 0 w 5943599"/>
              <a:gd name="connsiteY12" fmla="*/ 6202932 h 6552184"/>
              <a:gd name="connsiteX13" fmla="*/ 0 w 5943599"/>
              <a:gd name="connsiteY13" fmla="*/ 349240 h 6552184"/>
              <a:gd name="connsiteX14" fmla="*/ 7095 w 5943599"/>
              <a:gd name="connsiteY14" fmla="*/ 278864 h 6552184"/>
              <a:gd name="connsiteX15" fmla="*/ 349249 w 5943599"/>
              <a:gd name="connsiteY15" fmla="*/ 0 h 6552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43599" h="6552184">
                <a:moveTo>
                  <a:pt x="349249" y="0"/>
                </a:moveTo>
                <a:lnTo>
                  <a:pt x="5594350" y="0"/>
                </a:lnTo>
                <a:cubicBezTo>
                  <a:pt x="5763125" y="0"/>
                  <a:pt x="5903938" y="119716"/>
                  <a:pt x="5936505" y="278863"/>
                </a:cubicBezTo>
                <a:lnTo>
                  <a:pt x="5943599" y="349239"/>
                </a:lnTo>
                <a:lnTo>
                  <a:pt x="5943599" y="5701613"/>
                </a:lnTo>
                <a:lnTo>
                  <a:pt x="5936505" y="5771987"/>
                </a:lnTo>
                <a:cubicBezTo>
                  <a:pt x="5903938" y="5931132"/>
                  <a:pt x="5763125" y="6050852"/>
                  <a:pt x="5594350" y="6050852"/>
                </a:cubicBezTo>
                <a:lnTo>
                  <a:pt x="3222459" y="6050852"/>
                </a:lnTo>
                <a:cubicBezTo>
                  <a:pt x="3084023" y="6050852"/>
                  <a:pt x="2971799" y="6163075"/>
                  <a:pt x="2971799" y="6301512"/>
                </a:cubicBezTo>
                <a:cubicBezTo>
                  <a:pt x="2971799" y="6439916"/>
                  <a:pt x="2859576" y="6552184"/>
                  <a:pt x="2721139" y="6552184"/>
                </a:cubicBezTo>
                <a:lnTo>
                  <a:pt x="349249" y="6552184"/>
                </a:lnTo>
                <a:cubicBezTo>
                  <a:pt x="180472" y="6552184"/>
                  <a:pt x="39661" y="6432441"/>
                  <a:pt x="7095" y="6273302"/>
                </a:cubicBezTo>
                <a:lnTo>
                  <a:pt x="0" y="6202932"/>
                </a:lnTo>
                <a:lnTo>
                  <a:pt x="0" y="349240"/>
                </a:lnTo>
                <a:lnTo>
                  <a:pt x="7095" y="278864"/>
                </a:lnTo>
                <a:cubicBezTo>
                  <a:pt x="39661" y="119716"/>
                  <a:pt x="180472" y="0"/>
                  <a:pt x="349249" y="0"/>
                </a:cubicBezTo>
                <a:close/>
              </a:path>
            </a:pathLst>
          </a:custGeom>
          <a:blipFill>
            <a:blip r:embed="rId2">
              <a:alphaModFix amt="60000"/>
            </a:blip>
            <a:stretch>
              <a:fillRect/>
            </a:stretch>
          </a:blipFill>
        </p:spPr>
        <p:txBody>
          <a:bodyPr wrap="square">
            <a:noAutofit/>
          </a:bodyPr>
          <a:lstStyle/>
          <a:p>
            <a:endParaRPr lang="en-US"/>
          </a:p>
        </p:txBody>
      </p:sp>
      <p:sp>
        <p:nvSpPr>
          <p:cNvPr id="16" name="Footer Placeholder 15">
            <a:extLst>
              <a:ext uri="{FF2B5EF4-FFF2-40B4-BE49-F238E27FC236}">
                <a16:creationId xmlns:a16="http://schemas.microsoft.com/office/drawing/2014/main" id="{85197084-03D2-BA85-1A71-C94937FB0C74}"/>
              </a:ext>
            </a:extLst>
          </p:cNvPr>
          <p:cNvSpPr>
            <a:spLocks noGrp="1"/>
          </p:cNvSpPr>
          <p:nvPr>
            <p:ph type="ftr" sz="quarter" idx="17"/>
          </p:nvPr>
        </p:nvSpPr>
        <p:spPr/>
        <p:txBody>
          <a:bodyPr/>
          <a:lstStyle/>
          <a:p>
            <a:r>
              <a:rPr lang="en-US"/>
              <a:t>Sample Footer Text</a:t>
            </a:r>
          </a:p>
        </p:txBody>
      </p:sp>
      <p:sp>
        <p:nvSpPr>
          <p:cNvPr id="15" name="Date Placeholder 14">
            <a:extLst>
              <a:ext uri="{FF2B5EF4-FFF2-40B4-BE49-F238E27FC236}">
                <a16:creationId xmlns:a16="http://schemas.microsoft.com/office/drawing/2014/main" id="{5DD74A05-12EB-2CFB-1BE4-790E0060392D}"/>
              </a:ext>
            </a:extLst>
          </p:cNvPr>
          <p:cNvSpPr>
            <a:spLocks noGrp="1"/>
          </p:cNvSpPr>
          <p:nvPr>
            <p:ph type="dt" sz="half" idx="16"/>
          </p:nvPr>
        </p:nvSpPr>
        <p:spPr/>
        <p:txBody>
          <a:bodyPr/>
          <a:lstStyle/>
          <a:p>
            <a:fld id="{EA250F13-F5CD-49AD-A386-D4F2259143DA}" type="datetime1">
              <a:rPr lang="en-US" smtClean="0"/>
              <a:t>5/29/2026</a:t>
            </a:fld>
            <a:endParaRPr lang="en-US"/>
          </a:p>
        </p:txBody>
      </p:sp>
      <p:sp>
        <p:nvSpPr>
          <p:cNvPr id="17" name="Slide Number Placeholder 16">
            <a:extLst>
              <a:ext uri="{FF2B5EF4-FFF2-40B4-BE49-F238E27FC236}">
                <a16:creationId xmlns:a16="http://schemas.microsoft.com/office/drawing/2014/main" id="{3D1CC9AC-FA0F-A8C9-DB39-662464481C73}"/>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00091551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8">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E9561B74-B661-DA6C-F6CF-F6ACE60051C0}"/>
              </a:ext>
            </a:extLst>
          </p:cNvPr>
          <p:cNvSpPr>
            <a:spLocks noGrp="1"/>
          </p:cNvSpPr>
          <p:nvPr>
            <p:ph type="title"/>
          </p:nvPr>
        </p:nvSpPr>
        <p:spPr>
          <a:xfrm>
            <a:off x="381000" y="4345531"/>
            <a:ext cx="2971800" cy="1826669"/>
          </a:xfrm>
        </p:spPr>
        <p:txBody>
          <a:bodyPr anchor="t">
            <a:normAutofit/>
          </a:bodyPr>
          <a:lstStyle>
            <a:lvl1pPr>
              <a:defRPr sz="3000"/>
            </a:lvl1pPr>
          </a:lstStyle>
          <a:p>
            <a:r>
              <a:rPr lang="en-US"/>
              <a:t>Click to edit Master title style</a:t>
            </a:r>
          </a:p>
        </p:txBody>
      </p:sp>
      <p:sp>
        <p:nvSpPr>
          <p:cNvPr id="14" name="Picture Placeholder 13">
            <a:extLst>
              <a:ext uri="{FF2B5EF4-FFF2-40B4-BE49-F238E27FC236}">
                <a16:creationId xmlns:a16="http://schemas.microsoft.com/office/drawing/2014/main" id="{9DBA1807-8655-C7D6-98CF-2A2A8943833B}"/>
              </a:ext>
            </a:extLst>
          </p:cNvPr>
          <p:cNvSpPr>
            <a:spLocks noGrp="1"/>
          </p:cNvSpPr>
          <p:nvPr>
            <p:ph type="pic" sz="quarter" idx="15"/>
          </p:nvPr>
        </p:nvSpPr>
        <p:spPr>
          <a:xfrm>
            <a:off x="152401" y="152400"/>
            <a:ext cx="11887199" cy="3657600"/>
          </a:xfrm>
          <a:custGeom>
            <a:avLst/>
            <a:gdLst>
              <a:gd name="connsiteX0" fmla="*/ 349250 w 11887199"/>
              <a:gd name="connsiteY0" fmla="*/ 0 h 3657600"/>
              <a:gd name="connsiteX1" fmla="*/ 5672932 w 11887199"/>
              <a:gd name="connsiteY1" fmla="*/ 0 h 3657600"/>
              <a:gd name="connsiteX2" fmla="*/ 5943600 w 11887199"/>
              <a:gd name="connsiteY2" fmla="*/ 270704 h 3657600"/>
              <a:gd name="connsiteX3" fmla="*/ 6214268 w 11887199"/>
              <a:gd name="connsiteY3" fmla="*/ 541408 h 3657600"/>
              <a:gd name="connsiteX4" fmla="*/ 11537949 w 11887199"/>
              <a:gd name="connsiteY4" fmla="*/ 541408 h 3657600"/>
              <a:gd name="connsiteX5" fmla="*/ 11887199 w 11887199"/>
              <a:gd name="connsiteY5" fmla="*/ 890707 h 3657600"/>
              <a:gd name="connsiteX6" fmla="*/ 11887199 w 11887199"/>
              <a:gd name="connsiteY6" fmla="*/ 3308302 h 3657600"/>
              <a:gd name="connsiteX7" fmla="*/ 11608343 w 11887199"/>
              <a:gd name="connsiteY7" fmla="*/ 3650505 h 3657600"/>
              <a:gd name="connsiteX8" fmla="*/ 11537959 w 11887199"/>
              <a:gd name="connsiteY8" fmla="*/ 3657600 h 3657600"/>
              <a:gd name="connsiteX9" fmla="*/ 349240 w 11887199"/>
              <a:gd name="connsiteY9" fmla="*/ 3657600 h 3657600"/>
              <a:gd name="connsiteX10" fmla="*/ 278864 w 11887199"/>
              <a:gd name="connsiteY10" fmla="*/ 3650505 h 3657600"/>
              <a:gd name="connsiteX11" fmla="*/ 0 w 11887199"/>
              <a:gd name="connsiteY11" fmla="*/ 3308302 h 3657600"/>
              <a:gd name="connsiteX12" fmla="*/ 0 w 11887199"/>
              <a:gd name="connsiteY12" fmla="*/ 349300 h 3657600"/>
              <a:gd name="connsiteX13" fmla="*/ 349250 w 11887199"/>
              <a:gd name="connsiteY13" fmla="*/ 0 h 365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887199" h="3657600">
                <a:moveTo>
                  <a:pt x="349250" y="0"/>
                </a:moveTo>
                <a:lnTo>
                  <a:pt x="5672932" y="0"/>
                </a:lnTo>
                <a:cubicBezTo>
                  <a:pt x="5822416" y="0"/>
                  <a:pt x="5943600" y="121198"/>
                  <a:pt x="5943600" y="270704"/>
                </a:cubicBezTo>
                <a:cubicBezTo>
                  <a:pt x="5943600" y="420210"/>
                  <a:pt x="6064783" y="541408"/>
                  <a:pt x="6214268" y="541408"/>
                </a:cubicBezTo>
                <a:lnTo>
                  <a:pt x="11537949" y="541408"/>
                </a:lnTo>
                <a:cubicBezTo>
                  <a:pt x="11730862" y="541408"/>
                  <a:pt x="11887199" y="697793"/>
                  <a:pt x="11887199" y="890707"/>
                </a:cubicBezTo>
                <a:lnTo>
                  <a:pt x="11887199" y="3308302"/>
                </a:lnTo>
                <a:cubicBezTo>
                  <a:pt x="11887199" y="3477103"/>
                  <a:pt x="11767503" y="3617934"/>
                  <a:pt x="11608343" y="3650505"/>
                </a:cubicBezTo>
                <a:lnTo>
                  <a:pt x="11537959" y="3657600"/>
                </a:lnTo>
                <a:lnTo>
                  <a:pt x="349240" y="3657600"/>
                </a:lnTo>
                <a:lnTo>
                  <a:pt x="278864" y="3650505"/>
                </a:lnTo>
                <a:cubicBezTo>
                  <a:pt x="119716" y="3617934"/>
                  <a:pt x="0" y="3477103"/>
                  <a:pt x="0" y="3308302"/>
                </a:cubicBezTo>
                <a:lnTo>
                  <a:pt x="0" y="349300"/>
                </a:lnTo>
                <a:cubicBezTo>
                  <a:pt x="0" y="156387"/>
                  <a:pt x="156364" y="0"/>
                  <a:pt x="349250" y="0"/>
                </a:cubicBezTo>
                <a:close/>
              </a:path>
            </a:pathLst>
          </a:custGeom>
          <a:blipFill>
            <a:blip r:embed="rId2">
              <a:alphaModFix amt="60000"/>
            </a:blip>
            <a:stretch>
              <a:fillRect/>
            </a:stretch>
          </a:blipFill>
        </p:spPr>
        <p:txBody>
          <a:bodyPr wrap="square">
            <a:noAutofit/>
          </a:bodyPr>
          <a:lstStyle/>
          <a:p>
            <a:endParaRPr lang="en-US"/>
          </a:p>
        </p:txBody>
      </p:sp>
      <p:sp>
        <p:nvSpPr>
          <p:cNvPr id="8" name="Content Placeholder 7">
            <a:extLst>
              <a:ext uri="{FF2B5EF4-FFF2-40B4-BE49-F238E27FC236}">
                <a16:creationId xmlns:a16="http://schemas.microsoft.com/office/drawing/2014/main" id="{F5C25ADA-14EB-6461-E2F0-23804E9719DE}"/>
              </a:ext>
            </a:extLst>
          </p:cNvPr>
          <p:cNvSpPr>
            <a:spLocks noGrp="1"/>
          </p:cNvSpPr>
          <p:nvPr>
            <p:ph sz="quarter" idx="14"/>
          </p:nvPr>
        </p:nvSpPr>
        <p:spPr>
          <a:xfrm>
            <a:off x="4082939" y="4345530"/>
            <a:ext cx="7728061" cy="1826671"/>
          </a:xfrm>
        </p:spPr>
        <p:txBody>
          <a:bodyPr vert="horz" lIns="91440" tIns="45720" rIns="91440" bIns="45720" rtlCol="0" anchor="t">
            <a:normAutofit/>
          </a:bodyPr>
          <a:lstStyle>
            <a:lvl1pPr marL="0" indent="0">
              <a:buNone/>
              <a:defRPr lang="en-US" b="0" dirty="0"/>
            </a:lvl1pPr>
            <a:lvl2pPr marL="228600" indent="0">
              <a:buNone/>
              <a:defRPr lang="en-US" b="0" dirty="0"/>
            </a:lvl2pPr>
            <a:lvl3pPr marL="457200" indent="0">
              <a:buNone/>
              <a:defRPr lang="en-US" b="0" dirty="0"/>
            </a:lvl3pPr>
            <a:lvl4pPr marL="685800" indent="0">
              <a:buNone/>
              <a:defRPr lang="en-US" b="0" dirty="0"/>
            </a:lvl4pPr>
            <a:lvl5pPr marL="914400" indent="0">
              <a:buNone/>
              <a:defRPr lang="en-US" b="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10">
            <a:extLst>
              <a:ext uri="{FF2B5EF4-FFF2-40B4-BE49-F238E27FC236}">
                <a16:creationId xmlns:a16="http://schemas.microsoft.com/office/drawing/2014/main" id="{D1447E62-D723-1AD3-FCE7-8C1C684F1AE2}"/>
              </a:ext>
            </a:extLst>
          </p:cNvPr>
          <p:cNvSpPr>
            <a:spLocks noGrp="1"/>
          </p:cNvSpPr>
          <p:nvPr>
            <p:ph type="ftr" sz="quarter" idx="11"/>
          </p:nvPr>
        </p:nvSpPr>
        <p:spPr>
          <a:xfrm>
            <a:off x="6280176" y="152400"/>
            <a:ext cx="3200400" cy="365125"/>
          </a:xfrm>
        </p:spPr>
        <p:txBody>
          <a:bodyPr/>
          <a:lstStyle>
            <a:lvl1pPr>
              <a:defRPr>
                <a:solidFill>
                  <a:schemeClr val="tx1"/>
                </a:solidFill>
              </a:defRPr>
            </a:lvl1pPr>
          </a:lstStyle>
          <a:p>
            <a:r>
              <a:rPr lang="en-US"/>
              <a:t>Sample Footer Text</a:t>
            </a:r>
          </a:p>
        </p:txBody>
      </p:sp>
      <p:sp>
        <p:nvSpPr>
          <p:cNvPr id="6" name="Date Placeholder 5">
            <a:extLst>
              <a:ext uri="{FF2B5EF4-FFF2-40B4-BE49-F238E27FC236}">
                <a16:creationId xmlns:a16="http://schemas.microsoft.com/office/drawing/2014/main" id="{45E8C42D-01F2-2431-12B7-49150F0EB1EC}"/>
              </a:ext>
            </a:extLst>
          </p:cNvPr>
          <p:cNvSpPr>
            <a:spLocks noGrp="1"/>
          </p:cNvSpPr>
          <p:nvPr>
            <p:ph type="dt" sz="half" idx="10"/>
          </p:nvPr>
        </p:nvSpPr>
        <p:spPr>
          <a:xfrm>
            <a:off x="9531099" y="152400"/>
            <a:ext cx="1800171" cy="365125"/>
          </a:xfrm>
        </p:spPr>
        <p:txBody>
          <a:bodyPr/>
          <a:lstStyle>
            <a:lvl1pPr>
              <a:defRPr>
                <a:solidFill>
                  <a:schemeClr val="tx1"/>
                </a:solidFill>
              </a:defRPr>
            </a:lvl1pPr>
          </a:lstStyle>
          <a:p>
            <a:fld id="{E5064647-7B03-4ACA-872A-2788A2D8B788}" type="datetime1">
              <a:rPr lang="en-US" smtClean="0"/>
              <a:t>5/29/2026</a:t>
            </a:fld>
            <a:endParaRPr lang="en-US"/>
          </a:p>
        </p:txBody>
      </p:sp>
      <p:sp>
        <p:nvSpPr>
          <p:cNvPr id="9" name="Slide Number Placeholder 11">
            <a:extLst>
              <a:ext uri="{FF2B5EF4-FFF2-40B4-BE49-F238E27FC236}">
                <a16:creationId xmlns:a16="http://schemas.microsoft.com/office/drawing/2014/main" id="{2640E1DF-A13A-6148-B46F-FE494C764D32}"/>
              </a:ext>
            </a:extLst>
          </p:cNvPr>
          <p:cNvSpPr>
            <a:spLocks noGrp="1"/>
          </p:cNvSpPr>
          <p:nvPr>
            <p:ph type="sldNum" sz="quarter" idx="12"/>
          </p:nvPr>
        </p:nvSpPr>
        <p:spPr>
          <a:xfrm>
            <a:off x="11381793" y="152400"/>
            <a:ext cx="429207" cy="365125"/>
          </a:xfrm>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52525996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9">
    <p:bg>
      <p:bgPr>
        <a:solidFill>
          <a:schemeClr val="bg1"/>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47B94B1-4C38-393F-A72D-C7C641B0A979}"/>
              </a:ext>
            </a:extLst>
          </p:cNvPr>
          <p:cNvSpPr>
            <a:spLocks noGrp="1"/>
          </p:cNvSpPr>
          <p:nvPr>
            <p:ph type="title"/>
          </p:nvPr>
        </p:nvSpPr>
        <p:spPr>
          <a:xfrm>
            <a:off x="381000" y="685800"/>
            <a:ext cx="2971800" cy="1826669"/>
          </a:xfrm>
        </p:spPr>
        <p:txBody>
          <a:bodyPr anchor="t">
            <a:normAutofit/>
          </a:bodyPr>
          <a:lstStyle>
            <a:lvl1pPr>
              <a:defRPr sz="3000"/>
            </a:lvl1pPr>
          </a:lstStyle>
          <a:p>
            <a:r>
              <a:rPr lang="en-US"/>
              <a:t>Click to edit Master title style</a:t>
            </a:r>
          </a:p>
        </p:txBody>
      </p:sp>
      <p:sp>
        <p:nvSpPr>
          <p:cNvPr id="13" name="Content Placeholder 7">
            <a:extLst>
              <a:ext uri="{FF2B5EF4-FFF2-40B4-BE49-F238E27FC236}">
                <a16:creationId xmlns:a16="http://schemas.microsoft.com/office/drawing/2014/main" id="{545D6F5E-CDF1-973E-993B-489A3F29246A}"/>
              </a:ext>
            </a:extLst>
          </p:cNvPr>
          <p:cNvSpPr>
            <a:spLocks noGrp="1"/>
          </p:cNvSpPr>
          <p:nvPr>
            <p:ph sz="quarter" idx="14"/>
          </p:nvPr>
        </p:nvSpPr>
        <p:spPr>
          <a:xfrm>
            <a:off x="4082939" y="685799"/>
            <a:ext cx="7728061" cy="1826671"/>
          </a:xfrm>
        </p:spPr>
        <p:txBody>
          <a:bodyPr vert="horz" lIns="91440" tIns="45720" rIns="91440" bIns="45720" rtlCol="0" anchor="t">
            <a:normAutofit/>
          </a:bodyPr>
          <a:lstStyle>
            <a:lvl1pPr marL="0" indent="0">
              <a:buNone/>
              <a:defRPr lang="en-US" b="0" dirty="0"/>
            </a:lvl1pPr>
            <a:lvl2pPr marL="228600" indent="0">
              <a:buNone/>
              <a:defRPr lang="en-US" b="0" dirty="0"/>
            </a:lvl2pPr>
            <a:lvl3pPr marL="457200" indent="0">
              <a:buNone/>
              <a:defRPr lang="en-US" b="0" dirty="0"/>
            </a:lvl3pPr>
            <a:lvl4pPr marL="685800" indent="0">
              <a:buNone/>
              <a:defRPr lang="en-US" b="0" dirty="0"/>
            </a:lvl4pPr>
            <a:lvl5pPr marL="914400" indent="0">
              <a:buNone/>
              <a:defRPr lang="en-US" b="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4">
            <a:extLst>
              <a:ext uri="{FF2B5EF4-FFF2-40B4-BE49-F238E27FC236}">
                <a16:creationId xmlns:a16="http://schemas.microsoft.com/office/drawing/2014/main" id="{DB02DF14-5E7A-A865-A415-188A8F69716F}"/>
              </a:ext>
            </a:extLst>
          </p:cNvPr>
          <p:cNvSpPr>
            <a:spLocks noGrp="1"/>
          </p:cNvSpPr>
          <p:nvPr>
            <p:ph type="pic" sz="quarter" idx="15"/>
          </p:nvPr>
        </p:nvSpPr>
        <p:spPr>
          <a:xfrm>
            <a:off x="152401" y="3054854"/>
            <a:ext cx="11887199" cy="3657600"/>
          </a:xfrm>
          <a:custGeom>
            <a:avLst/>
            <a:gdLst>
              <a:gd name="connsiteX0" fmla="*/ 349240 w 11887199"/>
              <a:gd name="connsiteY0" fmla="*/ 0 h 3657600"/>
              <a:gd name="connsiteX1" fmla="*/ 11537959 w 11887199"/>
              <a:gd name="connsiteY1" fmla="*/ 0 h 3657600"/>
              <a:gd name="connsiteX2" fmla="*/ 11608343 w 11887199"/>
              <a:gd name="connsiteY2" fmla="*/ 7096 h 3657600"/>
              <a:gd name="connsiteX3" fmla="*/ 11887199 w 11887199"/>
              <a:gd name="connsiteY3" fmla="*/ 349299 h 3657600"/>
              <a:gd name="connsiteX4" fmla="*/ 11887199 w 11887199"/>
              <a:gd name="connsiteY4" fmla="*/ 2766893 h 3657600"/>
              <a:gd name="connsiteX5" fmla="*/ 11537949 w 11887199"/>
              <a:gd name="connsiteY5" fmla="*/ 3116193 h 3657600"/>
              <a:gd name="connsiteX6" fmla="*/ 6214268 w 11887199"/>
              <a:gd name="connsiteY6" fmla="*/ 3116193 h 3657600"/>
              <a:gd name="connsiteX7" fmla="*/ 5943600 w 11887199"/>
              <a:gd name="connsiteY7" fmla="*/ 3386896 h 3657600"/>
              <a:gd name="connsiteX8" fmla="*/ 5672932 w 11887199"/>
              <a:gd name="connsiteY8" fmla="*/ 3657600 h 3657600"/>
              <a:gd name="connsiteX9" fmla="*/ 349250 w 11887199"/>
              <a:gd name="connsiteY9" fmla="*/ 3657600 h 3657600"/>
              <a:gd name="connsiteX10" fmla="*/ 0 w 11887199"/>
              <a:gd name="connsiteY10" fmla="*/ 3308301 h 3657600"/>
              <a:gd name="connsiteX11" fmla="*/ 0 w 11887199"/>
              <a:gd name="connsiteY11" fmla="*/ 349299 h 3657600"/>
              <a:gd name="connsiteX12" fmla="*/ 278864 w 11887199"/>
              <a:gd name="connsiteY12" fmla="*/ 7096 h 365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887199" h="3657600">
                <a:moveTo>
                  <a:pt x="349240" y="0"/>
                </a:moveTo>
                <a:lnTo>
                  <a:pt x="11537959" y="0"/>
                </a:lnTo>
                <a:lnTo>
                  <a:pt x="11608343" y="7096"/>
                </a:lnTo>
                <a:cubicBezTo>
                  <a:pt x="11767503" y="39666"/>
                  <a:pt x="11887199" y="180498"/>
                  <a:pt x="11887199" y="349299"/>
                </a:cubicBezTo>
                <a:lnTo>
                  <a:pt x="11887199" y="2766893"/>
                </a:lnTo>
                <a:cubicBezTo>
                  <a:pt x="11887199" y="2959808"/>
                  <a:pt x="11730862" y="3116193"/>
                  <a:pt x="11537949" y="3116193"/>
                </a:cubicBezTo>
                <a:lnTo>
                  <a:pt x="6214268" y="3116193"/>
                </a:lnTo>
                <a:cubicBezTo>
                  <a:pt x="6064783" y="3116193"/>
                  <a:pt x="5943600" y="3237391"/>
                  <a:pt x="5943600" y="3386896"/>
                </a:cubicBezTo>
                <a:cubicBezTo>
                  <a:pt x="5943600" y="3536402"/>
                  <a:pt x="5822416" y="3657600"/>
                  <a:pt x="5672932" y="3657600"/>
                </a:cubicBezTo>
                <a:lnTo>
                  <a:pt x="349250" y="3657600"/>
                </a:lnTo>
                <a:cubicBezTo>
                  <a:pt x="156364" y="3657600"/>
                  <a:pt x="0" y="3501213"/>
                  <a:pt x="0" y="3308301"/>
                </a:cubicBezTo>
                <a:lnTo>
                  <a:pt x="0" y="349299"/>
                </a:lnTo>
                <a:cubicBezTo>
                  <a:pt x="0" y="180498"/>
                  <a:pt x="119716" y="39666"/>
                  <a:pt x="278864" y="7096"/>
                </a:cubicBezTo>
                <a:close/>
              </a:path>
            </a:pathLst>
          </a:custGeom>
          <a:blipFill>
            <a:blip r:embed="rId2">
              <a:alphaModFix amt="60000"/>
            </a:blip>
            <a:stretch>
              <a:fillRect/>
            </a:stretch>
          </a:blipFill>
        </p:spPr>
        <p:txBody>
          <a:bodyPr wrap="square">
            <a:noAutofit/>
          </a:bodyPr>
          <a:lstStyle/>
          <a:p>
            <a:endParaRPr lang="en-US"/>
          </a:p>
        </p:txBody>
      </p:sp>
      <p:sp>
        <p:nvSpPr>
          <p:cNvPr id="6" name="Footer Placeholder 10">
            <a:extLst>
              <a:ext uri="{FF2B5EF4-FFF2-40B4-BE49-F238E27FC236}">
                <a16:creationId xmlns:a16="http://schemas.microsoft.com/office/drawing/2014/main" id="{5B89C830-D686-4689-2593-4D5E5A4B0AB4}"/>
              </a:ext>
            </a:extLst>
          </p:cNvPr>
          <p:cNvSpPr>
            <a:spLocks noGrp="1"/>
          </p:cNvSpPr>
          <p:nvPr>
            <p:ph type="ftr" sz="quarter" idx="11"/>
          </p:nvPr>
        </p:nvSpPr>
        <p:spPr>
          <a:xfrm>
            <a:off x="6280176" y="6340475"/>
            <a:ext cx="3200400" cy="365125"/>
          </a:xfrm>
        </p:spPr>
        <p:txBody>
          <a:bodyPr/>
          <a:lstStyle>
            <a:lvl1pPr>
              <a:defRPr>
                <a:solidFill>
                  <a:schemeClr val="tx1"/>
                </a:solidFill>
              </a:defRPr>
            </a:lvl1pPr>
          </a:lstStyle>
          <a:p>
            <a:r>
              <a:rPr lang="en-US"/>
              <a:t>Sample Footer Text</a:t>
            </a:r>
          </a:p>
        </p:txBody>
      </p:sp>
      <p:sp>
        <p:nvSpPr>
          <p:cNvPr id="7" name="Date Placeholder 5">
            <a:extLst>
              <a:ext uri="{FF2B5EF4-FFF2-40B4-BE49-F238E27FC236}">
                <a16:creationId xmlns:a16="http://schemas.microsoft.com/office/drawing/2014/main" id="{883CE0EE-3E85-AAD1-D853-82A253F49445}"/>
              </a:ext>
            </a:extLst>
          </p:cNvPr>
          <p:cNvSpPr>
            <a:spLocks noGrp="1"/>
          </p:cNvSpPr>
          <p:nvPr>
            <p:ph type="dt" sz="half" idx="10"/>
          </p:nvPr>
        </p:nvSpPr>
        <p:spPr>
          <a:xfrm>
            <a:off x="9531099" y="6340475"/>
            <a:ext cx="1800171" cy="365125"/>
          </a:xfrm>
        </p:spPr>
        <p:txBody>
          <a:bodyPr/>
          <a:lstStyle>
            <a:lvl1pPr>
              <a:defRPr>
                <a:solidFill>
                  <a:schemeClr val="tx1"/>
                </a:solidFill>
              </a:defRPr>
            </a:lvl1pPr>
          </a:lstStyle>
          <a:p>
            <a:fld id="{23B2D993-3EB9-4EDD-9991-201AD3D0AD63}" type="datetime1">
              <a:rPr lang="en-US" smtClean="0"/>
              <a:t>5/29/2026</a:t>
            </a:fld>
            <a:endParaRPr lang="en-US"/>
          </a:p>
        </p:txBody>
      </p:sp>
      <p:sp>
        <p:nvSpPr>
          <p:cNvPr id="8" name="Slide Number Placeholder 11">
            <a:extLst>
              <a:ext uri="{FF2B5EF4-FFF2-40B4-BE49-F238E27FC236}">
                <a16:creationId xmlns:a16="http://schemas.microsoft.com/office/drawing/2014/main" id="{D8AE04DF-032A-5A39-9A01-03B5A033761D}"/>
              </a:ext>
            </a:extLst>
          </p:cNvPr>
          <p:cNvSpPr>
            <a:spLocks noGrp="1"/>
          </p:cNvSpPr>
          <p:nvPr>
            <p:ph type="sldNum" sz="quarter" idx="12"/>
          </p:nvPr>
        </p:nvSpPr>
        <p:spPr>
          <a:xfrm>
            <a:off x="11381793" y="6340475"/>
            <a:ext cx="429207" cy="365125"/>
          </a:xfrm>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92266914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10">
    <p:bg>
      <p:bgPr>
        <a:solidFill>
          <a:schemeClr val="bg1"/>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93B9DEC9-1D26-F04D-4F91-7BE751BC626C}"/>
              </a:ext>
            </a:extLst>
          </p:cNvPr>
          <p:cNvSpPr>
            <a:spLocks noGrp="1"/>
          </p:cNvSpPr>
          <p:nvPr>
            <p:ph type="title"/>
          </p:nvPr>
        </p:nvSpPr>
        <p:spPr>
          <a:xfrm>
            <a:off x="5413247" y="685800"/>
            <a:ext cx="6397627" cy="1142663"/>
          </a:xfrm>
          <a:prstGeom prst="rect">
            <a:avLst/>
          </a:prstGeom>
        </p:spPr>
        <p:txBody>
          <a:bodyPr anchor="t"/>
          <a:lstStyle/>
          <a:p>
            <a:r>
              <a:rPr lang="en-US"/>
              <a:t>Click to edit Master title style</a:t>
            </a:r>
          </a:p>
        </p:txBody>
      </p:sp>
      <p:sp>
        <p:nvSpPr>
          <p:cNvPr id="10" name="Picture Placeholder 9">
            <a:extLst>
              <a:ext uri="{FF2B5EF4-FFF2-40B4-BE49-F238E27FC236}">
                <a16:creationId xmlns:a16="http://schemas.microsoft.com/office/drawing/2014/main" id="{928F18B1-D300-366A-498B-4EC8E39E1040}"/>
              </a:ext>
            </a:extLst>
          </p:cNvPr>
          <p:cNvSpPr>
            <a:spLocks noGrp="1"/>
          </p:cNvSpPr>
          <p:nvPr>
            <p:ph type="pic" sz="quarter" idx="15"/>
          </p:nvPr>
        </p:nvSpPr>
        <p:spPr>
          <a:xfrm>
            <a:off x="152400" y="158229"/>
            <a:ext cx="4114800" cy="6541541"/>
          </a:xfrm>
          <a:custGeom>
            <a:avLst/>
            <a:gdLst>
              <a:gd name="connsiteX0" fmla="*/ 2057660 w 4114800"/>
              <a:gd name="connsiteY0" fmla="*/ 0 h 6541541"/>
              <a:gd name="connsiteX1" fmla="*/ 3765550 w 4114800"/>
              <a:gd name="connsiteY1" fmla="*/ 0 h 6541541"/>
              <a:gd name="connsiteX2" fmla="*/ 4114800 w 4114800"/>
              <a:gd name="connsiteY2" fmla="*/ 348912 h 6541541"/>
              <a:gd name="connsiteX3" fmla="*/ 4114800 w 4114800"/>
              <a:gd name="connsiteY3" fmla="*/ 6196917 h 6541541"/>
              <a:gd name="connsiteX4" fmla="*/ 3835937 w 4114800"/>
              <a:gd name="connsiteY4" fmla="*/ 6538758 h 6541541"/>
              <a:gd name="connsiteX5" fmla="*/ 3808308 w 4114800"/>
              <a:gd name="connsiteY5" fmla="*/ 6541541 h 6541541"/>
              <a:gd name="connsiteX6" fmla="*/ 2286457 w 4114800"/>
              <a:gd name="connsiteY6" fmla="*/ 6541541 h 6541541"/>
              <a:gd name="connsiteX7" fmla="*/ 2210336 w 4114800"/>
              <a:gd name="connsiteY7" fmla="*/ 6526184 h 6541541"/>
              <a:gd name="connsiteX8" fmla="*/ 2057400 w 4114800"/>
              <a:gd name="connsiteY8" fmla="*/ 6295666 h 6541541"/>
              <a:gd name="connsiteX9" fmla="*/ 1806994 w 4114800"/>
              <a:gd name="connsiteY9" fmla="*/ 6045508 h 6541541"/>
              <a:gd name="connsiteX10" fmla="*/ 349250 w 4114800"/>
              <a:gd name="connsiteY10" fmla="*/ 6045508 h 6541541"/>
              <a:gd name="connsiteX11" fmla="*/ 0 w 4114800"/>
              <a:gd name="connsiteY11" fmla="*/ 5696597 h 6541541"/>
              <a:gd name="connsiteX12" fmla="*/ 0 w 4114800"/>
              <a:gd name="connsiteY12" fmla="*/ 349425 h 6541541"/>
              <a:gd name="connsiteX13" fmla="*/ 349250 w 4114800"/>
              <a:gd name="connsiteY13" fmla="*/ 514 h 6541541"/>
              <a:gd name="connsiteX14" fmla="*/ 2057140 w 4114800"/>
              <a:gd name="connsiteY14" fmla="*/ 514 h 6541541"/>
              <a:gd name="connsiteX15" fmla="*/ 2057400 w 4114800"/>
              <a:gd name="connsiteY15" fmla="*/ 257 h 6541541"/>
              <a:gd name="connsiteX16" fmla="*/ 2057660 w 4114800"/>
              <a:gd name="connsiteY16" fmla="*/ 0 h 6541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114800" h="6541541">
                <a:moveTo>
                  <a:pt x="2057660" y="0"/>
                </a:moveTo>
                <a:lnTo>
                  <a:pt x="3765550" y="0"/>
                </a:lnTo>
                <a:cubicBezTo>
                  <a:pt x="3958438" y="0"/>
                  <a:pt x="4114800" y="156213"/>
                  <a:pt x="4114800" y="348912"/>
                </a:cubicBezTo>
                <a:lnTo>
                  <a:pt x="4114800" y="6196917"/>
                </a:lnTo>
                <a:cubicBezTo>
                  <a:pt x="4114800" y="6365514"/>
                  <a:pt x="3995085" y="6506217"/>
                  <a:pt x="3835937" y="6538758"/>
                </a:cubicBezTo>
                <a:lnTo>
                  <a:pt x="3808308" y="6541541"/>
                </a:lnTo>
                <a:lnTo>
                  <a:pt x="2286457" y="6541541"/>
                </a:lnTo>
                <a:lnTo>
                  <a:pt x="2210336" y="6526184"/>
                </a:lnTo>
                <a:cubicBezTo>
                  <a:pt x="2120461" y="6488200"/>
                  <a:pt x="2057400" y="6399278"/>
                  <a:pt x="2057400" y="6295666"/>
                </a:cubicBezTo>
                <a:cubicBezTo>
                  <a:pt x="2057400" y="6157509"/>
                  <a:pt x="1945291" y="6045508"/>
                  <a:pt x="1806994" y="6045508"/>
                </a:cubicBezTo>
                <a:lnTo>
                  <a:pt x="349250" y="6045508"/>
                </a:lnTo>
                <a:cubicBezTo>
                  <a:pt x="156364" y="6045508"/>
                  <a:pt x="0" y="5889291"/>
                  <a:pt x="0" y="5696597"/>
                </a:cubicBezTo>
                <a:lnTo>
                  <a:pt x="0" y="349425"/>
                </a:lnTo>
                <a:cubicBezTo>
                  <a:pt x="0" y="156727"/>
                  <a:pt x="156364" y="514"/>
                  <a:pt x="349250" y="514"/>
                </a:cubicBezTo>
                <a:lnTo>
                  <a:pt x="2057140" y="514"/>
                </a:lnTo>
                <a:cubicBezTo>
                  <a:pt x="2057286" y="514"/>
                  <a:pt x="2057400" y="399"/>
                  <a:pt x="2057400" y="257"/>
                </a:cubicBezTo>
                <a:cubicBezTo>
                  <a:pt x="2057400" y="115"/>
                  <a:pt x="2057514" y="0"/>
                  <a:pt x="2057660" y="0"/>
                </a:cubicBezTo>
                <a:close/>
              </a:path>
            </a:pathLst>
          </a:custGeom>
          <a:blipFill>
            <a:blip r:embed="rId2">
              <a:alphaModFix amt="60000"/>
            </a:blip>
            <a:stretch>
              <a:fillRect/>
            </a:stretch>
          </a:blipFill>
        </p:spPr>
        <p:txBody>
          <a:bodyPr wrap="square">
            <a:noAutofit/>
          </a:bodyPr>
          <a:lstStyle/>
          <a:p>
            <a:endParaRPr lang="en-US"/>
          </a:p>
        </p:txBody>
      </p:sp>
      <p:sp>
        <p:nvSpPr>
          <p:cNvPr id="5" name="Content Placeholder 7">
            <a:extLst>
              <a:ext uri="{FF2B5EF4-FFF2-40B4-BE49-F238E27FC236}">
                <a16:creationId xmlns:a16="http://schemas.microsoft.com/office/drawing/2014/main" id="{7D22B98A-40DC-D510-5762-8D7E05344EF8}"/>
              </a:ext>
            </a:extLst>
          </p:cNvPr>
          <p:cNvSpPr>
            <a:spLocks noGrp="1"/>
          </p:cNvSpPr>
          <p:nvPr>
            <p:ph sz="quarter" idx="14"/>
          </p:nvPr>
        </p:nvSpPr>
        <p:spPr>
          <a:xfrm>
            <a:off x="5413248" y="1975104"/>
            <a:ext cx="6397752" cy="4197095"/>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Footer Placeholder 19">
            <a:extLst>
              <a:ext uri="{FF2B5EF4-FFF2-40B4-BE49-F238E27FC236}">
                <a16:creationId xmlns:a16="http://schemas.microsoft.com/office/drawing/2014/main" id="{A609F3E3-1112-85CA-D49A-1AFA4D2EE9A1}"/>
              </a:ext>
            </a:extLst>
          </p:cNvPr>
          <p:cNvSpPr>
            <a:spLocks noGrp="1"/>
          </p:cNvSpPr>
          <p:nvPr>
            <p:ph type="ftr" sz="quarter" idx="17"/>
          </p:nvPr>
        </p:nvSpPr>
        <p:spPr>
          <a:xfrm>
            <a:off x="152400" y="6347057"/>
            <a:ext cx="1828800" cy="365125"/>
          </a:xfrm>
        </p:spPr>
        <p:txBody>
          <a:bodyPr/>
          <a:lstStyle/>
          <a:p>
            <a:r>
              <a:rPr lang="en-US"/>
              <a:t>Sample Footer Text</a:t>
            </a:r>
          </a:p>
        </p:txBody>
      </p:sp>
      <p:sp>
        <p:nvSpPr>
          <p:cNvPr id="19" name="Date Placeholder 18">
            <a:extLst>
              <a:ext uri="{FF2B5EF4-FFF2-40B4-BE49-F238E27FC236}">
                <a16:creationId xmlns:a16="http://schemas.microsoft.com/office/drawing/2014/main" id="{C59FF3C9-456C-3AAB-471D-B5041A7C8F52}"/>
              </a:ext>
            </a:extLst>
          </p:cNvPr>
          <p:cNvSpPr>
            <a:spLocks noGrp="1"/>
          </p:cNvSpPr>
          <p:nvPr>
            <p:ph type="dt" sz="half" idx="16"/>
          </p:nvPr>
        </p:nvSpPr>
        <p:spPr/>
        <p:txBody>
          <a:bodyPr/>
          <a:lstStyle/>
          <a:p>
            <a:fld id="{914770CE-985E-4D8B-BD27-2B328E06C525}" type="datetime1">
              <a:rPr lang="en-US" smtClean="0"/>
              <a:t>5/29/2026</a:t>
            </a:fld>
            <a:endParaRPr lang="en-US"/>
          </a:p>
        </p:txBody>
      </p:sp>
      <p:sp>
        <p:nvSpPr>
          <p:cNvPr id="21" name="Slide Number Placeholder 20">
            <a:extLst>
              <a:ext uri="{FF2B5EF4-FFF2-40B4-BE49-F238E27FC236}">
                <a16:creationId xmlns:a16="http://schemas.microsoft.com/office/drawing/2014/main" id="{6FAE64D4-18BA-2404-B462-D1802671329D}"/>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90517719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11">
    <p:bg>
      <p:bgPr>
        <a:solidFill>
          <a:schemeClr val="bg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5D6DDB8-5811-6664-8989-B01BF0EE5374}"/>
              </a:ext>
            </a:extLst>
          </p:cNvPr>
          <p:cNvSpPr>
            <a:spLocks noGrp="1"/>
          </p:cNvSpPr>
          <p:nvPr>
            <p:ph type="title"/>
          </p:nvPr>
        </p:nvSpPr>
        <p:spPr>
          <a:xfrm>
            <a:off x="381000" y="685800"/>
            <a:ext cx="6397627" cy="1142663"/>
          </a:xfrm>
          <a:prstGeom prst="rect">
            <a:avLst/>
          </a:prstGeom>
        </p:spPr>
        <p:txBody>
          <a:bodyPr anchor="t"/>
          <a:lstStyle/>
          <a:p>
            <a:r>
              <a:rPr lang="en-US"/>
              <a:t>Click to edit Master title style</a:t>
            </a:r>
          </a:p>
        </p:txBody>
      </p:sp>
      <p:sp>
        <p:nvSpPr>
          <p:cNvPr id="4" name="Content Placeholder 7">
            <a:extLst>
              <a:ext uri="{FF2B5EF4-FFF2-40B4-BE49-F238E27FC236}">
                <a16:creationId xmlns:a16="http://schemas.microsoft.com/office/drawing/2014/main" id="{C7F23778-AA2D-3DAA-BAE5-8115D1C14482}"/>
              </a:ext>
            </a:extLst>
          </p:cNvPr>
          <p:cNvSpPr>
            <a:spLocks noGrp="1"/>
          </p:cNvSpPr>
          <p:nvPr>
            <p:ph sz="quarter" idx="14"/>
          </p:nvPr>
        </p:nvSpPr>
        <p:spPr>
          <a:xfrm>
            <a:off x="381001" y="1975104"/>
            <a:ext cx="6397752" cy="4197095"/>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8CC844A9-5FCD-4F36-D819-777BAF06E7C9}"/>
              </a:ext>
            </a:extLst>
          </p:cNvPr>
          <p:cNvSpPr>
            <a:spLocks noGrp="1"/>
          </p:cNvSpPr>
          <p:nvPr>
            <p:ph type="pic" sz="quarter" idx="15"/>
          </p:nvPr>
        </p:nvSpPr>
        <p:spPr>
          <a:xfrm>
            <a:off x="7906061" y="156076"/>
            <a:ext cx="4114800" cy="6545847"/>
          </a:xfrm>
          <a:custGeom>
            <a:avLst/>
            <a:gdLst>
              <a:gd name="connsiteX0" fmla="*/ 349250 w 4114800"/>
              <a:gd name="connsiteY0" fmla="*/ 0 h 6545847"/>
              <a:gd name="connsiteX1" fmla="*/ 2057140 w 4114800"/>
              <a:gd name="connsiteY1" fmla="*/ 0 h 6545847"/>
              <a:gd name="connsiteX2" fmla="*/ 2057400 w 4114800"/>
              <a:gd name="connsiteY2" fmla="*/ 257 h 6545847"/>
              <a:gd name="connsiteX3" fmla="*/ 2057660 w 4114800"/>
              <a:gd name="connsiteY3" fmla="*/ 514 h 6545847"/>
              <a:gd name="connsiteX4" fmla="*/ 3765550 w 4114800"/>
              <a:gd name="connsiteY4" fmla="*/ 514 h 6545847"/>
              <a:gd name="connsiteX5" fmla="*/ 4114800 w 4114800"/>
              <a:gd name="connsiteY5" fmla="*/ 349425 h 6545847"/>
              <a:gd name="connsiteX6" fmla="*/ 4114800 w 4114800"/>
              <a:gd name="connsiteY6" fmla="*/ 5696597 h 6545847"/>
              <a:gd name="connsiteX7" fmla="*/ 3765550 w 4114800"/>
              <a:gd name="connsiteY7" fmla="*/ 6045508 h 6545847"/>
              <a:gd name="connsiteX8" fmla="*/ 2307806 w 4114800"/>
              <a:gd name="connsiteY8" fmla="*/ 6045508 h 6545847"/>
              <a:gd name="connsiteX9" fmla="*/ 2057400 w 4114800"/>
              <a:gd name="connsiteY9" fmla="*/ 6295666 h 6545847"/>
              <a:gd name="connsiteX10" fmla="*/ 1904464 w 4114800"/>
              <a:gd name="connsiteY10" fmla="*/ 6526185 h 6545847"/>
              <a:gd name="connsiteX11" fmla="*/ 1806999 w 4114800"/>
              <a:gd name="connsiteY11" fmla="*/ 6545847 h 6545847"/>
              <a:gd name="connsiteX12" fmla="*/ 349241 w 4114800"/>
              <a:gd name="connsiteY12" fmla="*/ 6545847 h 6545847"/>
              <a:gd name="connsiteX13" fmla="*/ 278864 w 4114800"/>
              <a:gd name="connsiteY13" fmla="*/ 6538758 h 6545847"/>
              <a:gd name="connsiteX14" fmla="*/ 0 w 4114800"/>
              <a:gd name="connsiteY14" fmla="*/ 6196917 h 6545847"/>
              <a:gd name="connsiteX15" fmla="*/ 0 w 4114800"/>
              <a:gd name="connsiteY15" fmla="*/ 348912 h 6545847"/>
              <a:gd name="connsiteX16" fmla="*/ 349250 w 4114800"/>
              <a:gd name="connsiteY16" fmla="*/ 0 h 6545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114800" h="6545847">
                <a:moveTo>
                  <a:pt x="349250" y="0"/>
                </a:moveTo>
                <a:lnTo>
                  <a:pt x="2057140" y="0"/>
                </a:lnTo>
                <a:cubicBezTo>
                  <a:pt x="2057286" y="0"/>
                  <a:pt x="2057400" y="115"/>
                  <a:pt x="2057400" y="257"/>
                </a:cubicBezTo>
                <a:cubicBezTo>
                  <a:pt x="2057400" y="399"/>
                  <a:pt x="2057514" y="514"/>
                  <a:pt x="2057660" y="514"/>
                </a:cubicBezTo>
                <a:lnTo>
                  <a:pt x="3765550" y="514"/>
                </a:lnTo>
                <a:cubicBezTo>
                  <a:pt x="3958436" y="514"/>
                  <a:pt x="4114800" y="156727"/>
                  <a:pt x="4114800" y="349425"/>
                </a:cubicBezTo>
                <a:lnTo>
                  <a:pt x="4114800" y="5696597"/>
                </a:lnTo>
                <a:cubicBezTo>
                  <a:pt x="4114800" y="5889291"/>
                  <a:pt x="3958436" y="6045508"/>
                  <a:pt x="3765550" y="6045508"/>
                </a:cubicBezTo>
                <a:lnTo>
                  <a:pt x="2307806" y="6045508"/>
                </a:lnTo>
                <a:cubicBezTo>
                  <a:pt x="2169509" y="6045508"/>
                  <a:pt x="2057400" y="6157509"/>
                  <a:pt x="2057400" y="6295666"/>
                </a:cubicBezTo>
                <a:cubicBezTo>
                  <a:pt x="2057400" y="6399278"/>
                  <a:pt x="1994339" y="6488199"/>
                  <a:pt x="1904464" y="6526185"/>
                </a:cubicBezTo>
                <a:lnTo>
                  <a:pt x="1806999" y="6545847"/>
                </a:lnTo>
                <a:lnTo>
                  <a:pt x="349241" y="6545847"/>
                </a:lnTo>
                <a:lnTo>
                  <a:pt x="278864" y="6538758"/>
                </a:lnTo>
                <a:cubicBezTo>
                  <a:pt x="119715" y="6506217"/>
                  <a:pt x="0" y="6365514"/>
                  <a:pt x="0" y="6196917"/>
                </a:cubicBezTo>
                <a:lnTo>
                  <a:pt x="0" y="348912"/>
                </a:lnTo>
                <a:cubicBezTo>
                  <a:pt x="0" y="156213"/>
                  <a:pt x="156362" y="0"/>
                  <a:pt x="349250" y="0"/>
                </a:cubicBezTo>
                <a:close/>
              </a:path>
            </a:pathLst>
          </a:custGeom>
          <a:blipFill>
            <a:blip r:embed="rId2">
              <a:alphaModFix amt="60000"/>
            </a:blip>
            <a:stretch>
              <a:fillRect/>
            </a:stretch>
          </a:blipFill>
        </p:spPr>
        <p:txBody>
          <a:bodyPr wrap="square">
            <a:noAutofit/>
          </a:bodyPr>
          <a:lstStyle/>
          <a:p>
            <a:endParaRPr lang="en-US"/>
          </a:p>
        </p:txBody>
      </p:sp>
      <p:sp>
        <p:nvSpPr>
          <p:cNvPr id="11" name="Footer Placeholder 10">
            <a:extLst>
              <a:ext uri="{FF2B5EF4-FFF2-40B4-BE49-F238E27FC236}">
                <a16:creationId xmlns:a16="http://schemas.microsoft.com/office/drawing/2014/main" id="{710852DD-B54D-34C7-9E72-7622C228F7E2}"/>
              </a:ext>
            </a:extLst>
          </p:cNvPr>
          <p:cNvSpPr>
            <a:spLocks noGrp="1"/>
          </p:cNvSpPr>
          <p:nvPr>
            <p:ph type="ftr" sz="quarter" idx="17"/>
          </p:nvPr>
        </p:nvSpPr>
        <p:spPr/>
        <p:txBody>
          <a:bodyPr/>
          <a:lstStyle/>
          <a:p>
            <a:r>
              <a:rPr lang="en-US"/>
              <a:t>Sample Footer Text</a:t>
            </a:r>
          </a:p>
        </p:txBody>
      </p:sp>
      <p:sp>
        <p:nvSpPr>
          <p:cNvPr id="8" name="Date Placeholder 7">
            <a:extLst>
              <a:ext uri="{FF2B5EF4-FFF2-40B4-BE49-F238E27FC236}">
                <a16:creationId xmlns:a16="http://schemas.microsoft.com/office/drawing/2014/main" id="{ACE6582F-8DCF-A2BA-CA1C-F79F735B62D0}"/>
              </a:ext>
            </a:extLst>
          </p:cNvPr>
          <p:cNvSpPr>
            <a:spLocks noGrp="1"/>
          </p:cNvSpPr>
          <p:nvPr>
            <p:ph type="dt" sz="half" idx="16"/>
          </p:nvPr>
        </p:nvSpPr>
        <p:spPr>
          <a:xfrm>
            <a:off x="10210800" y="6340475"/>
            <a:ext cx="1342971" cy="365125"/>
          </a:xfrm>
        </p:spPr>
        <p:txBody>
          <a:bodyPr/>
          <a:lstStyle/>
          <a:p>
            <a:fld id="{23DD113D-4639-4B62-9AE1-FFB3D82553E1}" type="datetime1">
              <a:rPr lang="en-US" smtClean="0"/>
              <a:t>5/29/2026</a:t>
            </a:fld>
            <a:endParaRPr lang="en-US"/>
          </a:p>
        </p:txBody>
      </p:sp>
      <p:sp>
        <p:nvSpPr>
          <p:cNvPr id="12" name="Slide Number Placeholder 11">
            <a:extLst>
              <a:ext uri="{FF2B5EF4-FFF2-40B4-BE49-F238E27FC236}">
                <a16:creationId xmlns:a16="http://schemas.microsoft.com/office/drawing/2014/main" id="{B9BD7D67-F60C-B0D5-3BA0-673AE28E15FD}"/>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71543425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12">
    <p:bg>
      <p:bgPr>
        <a:solidFill>
          <a:schemeClr val="bg1"/>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E17E539D-41A4-764A-4DF7-3869DAB2538F}"/>
              </a:ext>
            </a:extLst>
          </p:cNvPr>
          <p:cNvSpPr>
            <a:spLocks noGrp="1"/>
          </p:cNvSpPr>
          <p:nvPr>
            <p:ph type="title"/>
          </p:nvPr>
        </p:nvSpPr>
        <p:spPr>
          <a:xfrm>
            <a:off x="381000" y="685800"/>
            <a:ext cx="11429999" cy="903162"/>
          </a:xfrm>
        </p:spPr>
        <p:txBody>
          <a:bodyPr anchor="t"/>
          <a:lstStyle/>
          <a:p>
            <a:r>
              <a:rPr lang="en-US"/>
              <a:t>Click to edit Master title style</a:t>
            </a:r>
          </a:p>
        </p:txBody>
      </p:sp>
      <p:sp>
        <p:nvSpPr>
          <p:cNvPr id="17" name="Picture Placeholder 16">
            <a:extLst>
              <a:ext uri="{FF2B5EF4-FFF2-40B4-BE49-F238E27FC236}">
                <a16:creationId xmlns:a16="http://schemas.microsoft.com/office/drawing/2014/main" id="{7D0891CB-CD39-7CF0-8E4B-D8C55C76F3D0}"/>
              </a:ext>
            </a:extLst>
          </p:cNvPr>
          <p:cNvSpPr>
            <a:spLocks noGrp="1"/>
          </p:cNvSpPr>
          <p:nvPr>
            <p:ph type="pic" sz="quarter" idx="15"/>
          </p:nvPr>
        </p:nvSpPr>
        <p:spPr>
          <a:xfrm>
            <a:off x="381000" y="1829865"/>
            <a:ext cx="5486400" cy="4337060"/>
          </a:xfrm>
          <a:custGeom>
            <a:avLst/>
            <a:gdLst>
              <a:gd name="connsiteX0" fmla="*/ 349250 w 5486400"/>
              <a:gd name="connsiteY0" fmla="*/ 0 h 4337060"/>
              <a:gd name="connsiteX1" fmla="*/ 5137150 w 5486400"/>
              <a:gd name="connsiteY1" fmla="*/ 0 h 4337060"/>
              <a:gd name="connsiteX2" fmla="*/ 5486400 w 5486400"/>
              <a:gd name="connsiteY2" fmla="*/ 348740 h 4337060"/>
              <a:gd name="connsiteX3" fmla="*/ 5486400 w 5486400"/>
              <a:gd name="connsiteY3" fmla="*/ 3988320 h 4337060"/>
              <a:gd name="connsiteX4" fmla="*/ 5137150 w 5486400"/>
              <a:gd name="connsiteY4" fmla="*/ 4337060 h 4337060"/>
              <a:gd name="connsiteX5" fmla="*/ 349250 w 5486400"/>
              <a:gd name="connsiteY5" fmla="*/ 4337060 h 4337060"/>
              <a:gd name="connsiteX6" fmla="*/ 0 w 5486400"/>
              <a:gd name="connsiteY6" fmla="*/ 3988320 h 4337060"/>
              <a:gd name="connsiteX7" fmla="*/ 0 w 5486400"/>
              <a:gd name="connsiteY7" fmla="*/ 348740 h 4337060"/>
              <a:gd name="connsiteX8" fmla="*/ 349250 w 5486400"/>
              <a:gd name="connsiteY8" fmla="*/ 0 h 4337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86400" h="4337060">
                <a:moveTo>
                  <a:pt x="349250" y="0"/>
                </a:moveTo>
                <a:lnTo>
                  <a:pt x="5137150" y="0"/>
                </a:lnTo>
                <a:cubicBezTo>
                  <a:pt x="5330038" y="0"/>
                  <a:pt x="5486400" y="156136"/>
                  <a:pt x="5486400" y="348740"/>
                </a:cubicBezTo>
                <a:lnTo>
                  <a:pt x="5486400" y="3988320"/>
                </a:lnTo>
                <a:cubicBezTo>
                  <a:pt x="5486400" y="4180925"/>
                  <a:pt x="5330038" y="4337060"/>
                  <a:pt x="5137150" y="4337060"/>
                </a:cubicBezTo>
                <a:lnTo>
                  <a:pt x="349250" y="4337060"/>
                </a:lnTo>
                <a:cubicBezTo>
                  <a:pt x="156364" y="4337060"/>
                  <a:pt x="0" y="4180925"/>
                  <a:pt x="0" y="3988320"/>
                </a:cubicBezTo>
                <a:lnTo>
                  <a:pt x="0" y="348740"/>
                </a:lnTo>
                <a:cubicBezTo>
                  <a:pt x="0" y="156136"/>
                  <a:pt x="156364" y="0"/>
                  <a:pt x="349250" y="0"/>
                </a:cubicBezTo>
                <a:close/>
              </a:path>
            </a:pathLst>
          </a:custGeom>
          <a:blipFill>
            <a:blip r:embed="rId2">
              <a:alphaModFix amt="60000"/>
            </a:blip>
            <a:stretch>
              <a:fillRect/>
            </a:stretch>
          </a:blipFill>
        </p:spPr>
        <p:txBody>
          <a:bodyPr wrap="square">
            <a:noAutofit/>
          </a:bodyPr>
          <a:lstStyle/>
          <a:p>
            <a:endParaRPr lang="en-US"/>
          </a:p>
        </p:txBody>
      </p:sp>
      <p:sp>
        <p:nvSpPr>
          <p:cNvPr id="2" name="Content Placeholder 7">
            <a:extLst>
              <a:ext uri="{FF2B5EF4-FFF2-40B4-BE49-F238E27FC236}">
                <a16:creationId xmlns:a16="http://schemas.microsoft.com/office/drawing/2014/main" id="{4ECA27BB-D0F8-2A5A-E8E3-F36153E9A08B}"/>
              </a:ext>
            </a:extLst>
          </p:cNvPr>
          <p:cNvSpPr>
            <a:spLocks noGrp="1"/>
          </p:cNvSpPr>
          <p:nvPr>
            <p:ph sz="quarter" idx="14"/>
          </p:nvPr>
        </p:nvSpPr>
        <p:spPr>
          <a:xfrm>
            <a:off x="7010400" y="1828800"/>
            <a:ext cx="4800600" cy="4343399"/>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Footer Placeholder 20">
            <a:extLst>
              <a:ext uri="{FF2B5EF4-FFF2-40B4-BE49-F238E27FC236}">
                <a16:creationId xmlns:a16="http://schemas.microsoft.com/office/drawing/2014/main" id="{4E0ADA83-DE1E-DC24-E36B-98CC058AF41A}"/>
              </a:ext>
            </a:extLst>
          </p:cNvPr>
          <p:cNvSpPr>
            <a:spLocks noGrp="1"/>
          </p:cNvSpPr>
          <p:nvPr>
            <p:ph type="ftr" sz="quarter" idx="17"/>
          </p:nvPr>
        </p:nvSpPr>
        <p:spPr/>
        <p:txBody>
          <a:bodyPr/>
          <a:lstStyle/>
          <a:p>
            <a:r>
              <a:rPr lang="en-US"/>
              <a:t>Sample Footer Text</a:t>
            </a:r>
          </a:p>
        </p:txBody>
      </p:sp>
      <p:sp>
        <p:nvSpPr>
          <p:cNvPr id="20" name="Date Placeholder 19">
            <a:extLst>
              <a:ext uri="{FF2B5EF4-FFF2-40B4-BE49-F238E27FC236}">
                <a16:creationId xmlns:a16="http://schemas.microsoft.com/office/drawing/2014/main" id="{D5E3AAA1-460F-8482-6ADF-65CE2214C38A}"/>
              </a:ext>
            </a:extLst>
          </p:cNvPr>
          <p:cNvSpPr>
            <a:spLocks noGrp="1"/>
          </p:cNvSpPr>
          <p:nvPr>
            <p:ph type="dt" sz="half" idx="16"/>
          </p:nvPr>
        </p:nvSpPr>
        <p:spPr/>
        <p:txBody>
          <a:bodyPr/>
          <a:lstStyle/>
          <a:p>
            <a:fld id="{14A20165-5228-47A9-B584-A96E2FEE64B5}" type="datetime1">
              <a:rPr lang="en-US" smtClean="0"/>
              <a:t>5/29/2026</a:t>
            </a:fld>
            <a:endParaRPr lang="en-US"/>
          </a:p>
        </p:txBody>
      </p:sp>
      <p:sp>
        <p:nvSpPr>
          <p:cNvPr id="22" name="Slide Number Placeholder 21">
            <a:extLst>
              <a:ext uri="{FF2B5EF4-FFF2-40B4-BE49-F238E27FC236}">
                <a16:creationId xmlns:a16="http://schemas.microsoft.com/office/drawing/2014/main" id="{2426F5E3-3198-CD22-65DC-349FF7BA35FE}"/>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594610320"/>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13">
    <p:bg>
      <p:bgPr>
        <a:solidFill>
          <a:schemeClr val="bg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EE22DB0-7762-81D2-A14F-8B60FD58FFB9}"/>
              </a:ext>
            </a:extLst>
          </p:cNvPr>
          <p:cNvSpPr>
            <a:spLocks noGrp="1"/>
          </p:cNvSpPr>
          <p:nvPr>
            <p:ph type="title"/>
          </p:nvPr>
        </p:nvSpPr>
        <p:spPr>
          <a:xfrm>
            <a:off x="381001" y="685800"/>
            <a:ext cx="11423900" cy="903162"/>
          </a:xfrm>
        </p:spPr>
        <p:txBody>
          <a:bodyPr anchor="t"/>
          <a:lstStyle/>
          <a:p>
            <a:r>
              <a:rPr lang="en-US"/>
              <a:t>Click to edit Master title style</a:t>
            </a:r>
          </a:p>
        </p:txBody>
      </p:sp>
      <p:sp>
        <p:nvSpPr>
          <p:cNvPr id="3" name="Content Placeholder 7">
            <a:extLst>
              <a:ext uri="{FF2B5EF4-FFF2-40B4-BE49-F238E27FC236}">
                <a16:creationId xmlns:a16="http://schemas.microsoft.com/office/drawing/2014/main" id="{60D5937C-CA57-3862-2FCF-C4FC1366F4BD}"/>
              </a:ext>
            </a:extLst>
          </p:cNvPr>
          <p:cNvSpPr>
            <a:spLocks noGrp="1"/>
          </p:cNvSpPr>
          <p:nvPr>
            <p:ph sz="quarter" idx="14"/>
          </p:nvPr>
        </p:nvSpPr>
        <p:spPr>
          <a:xfrm>
            <a:off x="381000" y="1828800"/>
            <a:ext cx="3886200" cy="4343399"/>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22D281A9-5EBB-EB40-69FF-2C02AF0BF35C}"/>
              </a:ext>
            </a:extLst>
          </p:cNvPr>
          <p:cNvSpPr>
            <a:spLocks noGrp="1"/>
          </p:cNvSpPr>
          <p:nvPr>
            <p:ph type="pic" sz="quarter" idx="15"/>
          </p:nvPr>
        </p:nvSpPr>
        <p:spPr>
          <a:xfrm>
            <a:off x="5410200" y="1831970"/>
            <a:ext cx="6400800" cy="4337059"/>
          </a:xfrm>
          <a:custGeom>
            <a:avLst/>
            <a:gdLst>
              <a:gd name="connsiteX0" fmla="*/ 349250 w 6400800"/>
              <a:gd name="connsiteY0" fmla="*/ 0 h 4337059"/>
              <a:gd name="connsiteX1" fmla="*/ 6051550 w 6400800"/>
              <a:gd name="connsiteY1" fmla="*/ 0 h 4337059"/>
              <a:gd name="connsiteX2" fmla="*/ 6400800 w 6400800"/>
              <a:gd name="connsiteY2" fmla="*/ 348740 h 4337059"/>
              <a:gd name="connsiteX3" fmla="*/ 6400800 w 6400800"/>
              <a:gd name="connsiteY3" fmla="*/ 3988319 h 4337059"/>
              <a:gd name="connsiteX4" fmla="*/ 6051550 w 6400800"/>
              <a:gd name="connsiteY4" fmla="*/ 4337059 h 4337059"/>
              <a:gd name="connsiteX5" fmla="*/ 349250 w 6400800"/>
              <a:gd name="connsiteY5" fmla="*/ 4337059 h 4337059"/>
              <a:gd name="connsiteX6" fmla="*/ 0 w 6400800"/>
              <a:gd name="connsiteY6" fmla="*/ 3988319 h 4337059"/>
              <a:gd name="connsiteX7" fmla="*/ 0 w 6400800"/>
              <a:gd name="connsiteY7" fmla="*/ 348740 h 4337059"/>
              <a:gd name="connsiteX8" fmla="*/ 349250 w 6400800"/>
              <a:gd name="connsiteY8" fmla="*/ 0 h 4337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00800" h="4337059">
                <a:moveTo>
                  <a:pt x="349250" y="0"/>
                </a:moveTo>
                <a:lnTo>
                  <a:pt x="6051550" y="0"/>
                </a:lnTo>
                <a:cubicBezTo>
                  <a:pt x="6244438" y="0"/>
                  <a:pt x="6400800" y="156136"/>
                  <a:pt x="6400800" y="348740"/>
                </a:cubicBezTo>
                <a:lnTo>
                  <a:pt x="6400800" y="3988319"/>
                </a:lnTo>
                <a:cubicBezTo>
                  <a:pt x="6400800" y="4180925"/>
                  <a:pt x="6244438" y="4337059"/>
                  <a:pt x="6051550" y="4337059"/>
                </a:cubicBezTo>
                <a:lnTo>
                  <a:pt x="349250" y="4337059"/>
                </a:lnTo>
                <a:cubicBezTo>
                  <a:pt x="156364" y="4337059"/>
                  <a:pt x="0" y="4180925"/>
                  <a:pt x="0" y="3988319"/>
                </a:cubicBezTo>
                <a:lnTo>
                  <a:pt x="0" y="348740"/>
                </a:lnTo>
                <a:cubicBezTo>
                  <a:pt x="0" y="156136"/>
                  <a:pt x="156364" y="0"/>
                  <a:pt x="349250" y="0"/>
                </a:cubicBezTo>
                <a:close/>
              </a:path>
            </a:pathLst>
          </a:custGeom>
          <a:blipFill>
            <a:blip r:embed="rId2">
              <a:alphaModFix amt="60000"/>
            </a:blip>
            <a:stretch>
              <a:fillRect/>
            </a:stretch>
          </a:blipFill>
        </p:spPr>
        <p:txBody>
          <a:bodyPr wrap="square">
            <a:noAutofit/>
          </a:bodyPr>
          <a:lstStyle/>
          <a:p>
            <a:endParaRPr lang="en-US"/>
          </a:p>
        </p:txBody>
      </p:sp>
      <p:sp>
        <p:nvSpPr>
          <p:cNvPr id="17" name="Footer Placeholder 16">
            <a:extLst>
              <a:ext uri="{FF2B5EF4-FFF2-40B4-BE49-F238E27FC236}">
                <a16:creationId xmlns:a16="http://schemas.microsoft.com/office/drawing/2014/main" id="{3DD0AF09-ED67-31D2-F311-9190CDEC29B9}"/>
              </a:ext>
            </a:extLst>
          </p:cNvPr>
          <p:cNvSpPr>
            <a:spLocks noGrp="1"/>
          </p:cNvSpPr>
          <p:nvPr>
            <p:ph type="ftr" sz="quarter" idx="17"/>
          </p:nvPr>
        </p:nvSpPr>
        <p:spPr/>
        <p:txBody>
          <a:bodyPr/>
          <a:lstStyle/>
          <a:p>
            <a:r>
              <a:rPr lang="en-US"/>
              <a:t>Sample Footer Text</a:t>
            </a:r>
          </a:p>
        </p:txBody>
      </p:sp>
      <p:sp>
        <p:nvSpPr>
          <p:cNvPr id="16" name="Date Placeholder 15">
            <a:extLst>
              <a:ext uri="{FF2B5EF4-FFF2-40B4-BE49-F238E27FC236}">
                <a16:creationId xmlns:a16="http://schemas.microsoft.com/office/drawing/2014/main" id="{21377DD6-5462-66F7-A829-133D33C0B93B}"/>
              </a:ext>
            </a:extLst>
          </p:cNvPr>
          <p:cNvSpPr>
            <a:spLocks noGrp="1"/>
          </p:cNvSpPr>
          <p:nvPr>
            <p:ph type="dt" sz="half" idx="16"/>
          </p:nvPr>
        </p:nvSpPr>
        <p:spPr/>
        <p:txBody>
          <a:bodyPr/>
          <a:lstStyle/>
          <a:p>
            <a:fld id="{B23A12F8-B622-4297-9987-280BD721E27C}" type="datetime1">
              <a:rPr lang="en-US" smtClean="0"/>
              <a:t>5/29/2026</a:t>
            </a:fld>
            <a:endParaRPr lang="en-US"/>
          </a:p>
        </p:txBody>
      </p:sp>
      <p:sp>
        <p:nvSpPr>
          <p:cNvPr id="18" name="Slide Number Placeholder 17">
            <a:extLst>
              <a:ext uri="{FF2B5EF4-FFF2-40B4-BE49-F238E27FC236}">
                <a16:creationId xmlns:a16="http://schemas.microsoft.com/office/drawing/2014/main" id="{F11DD33E-851E-3928-D48D-DACBE36AABEF}"/>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45073827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4">
    <p:bg>
      <p:bgPr>
        <a:solidFill>
          <a:schemeClr val="bg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3FBD57C-3F77-67B8-C202-5C1CF2E93464}"/>
              </a:ext>
            </a:extLst>
          </p:cNvPr>
          <p:cNvSpPr>
            <a:spLocks noGrp="1"/>
          </p:cNvSpPr>
          <p:nvPr>
            <p:ph type="title"/>
          </p:nvPr>
        </p:nvSpPr>
        <p:spPr>
          <a:xfrm>
            <a:off x="381000" y="685800"/>
            <a:ext cx="11430000" cy="903162"/>
          </a:xfrm>
        </p:spPr>
        <p:txBody>
          <a:bodyPr anchor="t"/>
          <a:lstStyle/>
          <a:p>
            <a:r>
              <a:rPr lang="en-US"/>
              <a:t>Click to edit Master title style</a:t>
            </a:r>
          </a:p>
        </p:txBody>
      </p:sp>
      <p:sp>
        <p:nvSpPr>
          <p:cNvPr id="3" name="Content Placeholder 7">
            <a:extLst>
              <a:ext uri="{FF2B5EF4-FFF2-40B4-BE49-F238E27FC236}">
                <a16:creationId xmlns:a16="http://schemas.microsoft.com/office/drawing/2014/main" id="{0EB57046-E963-50F3-40A6-9F507864EDA4}"/>
              </a:ext>
            </a:extLst>
          </p:cNvPr>
          <p:cNvSpPr>
            <a:spLocks noGrp="1"/>
          </p:cNvSpPr>
          <p:nvPr>
            <p:ph sz="quarter" idx="14"/>
          </p:nvPr>
        </p:nvSpPr>
        <p:spPr>
          <a:xfrm>
            <a:off x="381000" y="1828800"/>
            <a:ext cx="4800600" cy="4343399"/>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6A3E366D-68C4-CD6B-3D8C-CDF1FD790000}"/>
              </a:ext>
            </a:extLst>
          </p:cNvPr>
          <p:cNvSpPr>
            <a:spLocks noGrp="1"/>
          </p:cNvSpPr>
          <p:nvPr>
            <p:ph type="pic" sz="quarter" idx="15"/>
          </p:nvPr>
        </p:nvSpPr>
        <p:spPr>
          <a:xfrm>
            <a:off x="6324600" y="1829865"/>
            <a:ext cx="5486400" cy="4337060"/>
          </a:xfrm>
          <a:custGeom>
            <a:avLst/>
            <a:gdLst>
              <a:gd name="connsiteX0" fmla="*/ 349250 w 5486400"/>
              <a:gd name="connsiteY0" fmla="*/ 0 h 4337060"/>
              <a:gd name="connsiteX1" fmla="*/ 5137150 w 5486400"/>
              <a:gd name="connsiteY1" fmla="*/ 0 h 4337060"/>
              <a:gd name="connsiteX2" fmla="*/ 5486400 w 5486400"/>
              <a:gd name="connsiteY2" fmla="*/ 348740 h 4337060"/>
              <a:gd name="connsiteX3" fmla="*/ 5486400 w 5486400"/>
              <a:gd name="connsiteY3" fmla="*/ 3988320 h 4337060"/>
              <a:gd name="connsiteX4" fmla="*/ 5137150 w 5486400"/>
              <a:gd name="connsiteY4" fmla="*/ 4337060 h 4337060"/>
              <a:gd name="connsiteX5" fmla="*/ 349250 w 5486400"/>
              <a:gd name="connsiteY5" fmla="*/ 4337060 h 4337060"/>
              <a:gd name="connsiteX6" fmla="*/ 0 w 5486400"/>
              <a:gd name="connsiteY6" fmla="*/ 3988320 h 4337060"/>
              <a:gd name="connsiteX7" fmla="*/ 0 w 5486400"/>
              <a:gd name="connsiteY7" fmla="*/ 348740 h 4337060"/>
              <a:gd name="connsiteX8" fmla="*/ 349250 w 5486400"/>
              <a:gd name="connsiteY8" fmla="*/ 0 h 4337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86400" h="4337060">
                <a:moveTo>
                  <a:pt x="349250" y="0"/>
                </a:moveTo>
                <a:lnTo>
                  <a:pt x="5137150" y="0"/>
                </a:lnTo>
                <a:cubicBezTo>
                  <a:pt x="5330038" y="0"/>
                  <a:pt x="5486400" y="156136"/>
                  <a:pt x="5486400" y="348740"/>
                </a:cubicBezTo>
                <a:lnTo>
                  <a:pt x="5486400" y="3988320"/>
                </a:lnTo>
                <a:cubicBezTo>
                  <a:pt x="5486400" y="4180925"/>
                  <a:pt x="5330038" y="4337060"/>
                  <a:pt x="5137150" y="4337060"/>
                </a:cubicBezTo>
                <a:lnTo>
                  <a:pt x="349250" y="4337060"/>
                </a:lnTo>
                <a:cubicBezTo>
                  <a:pt x="156364" y="4337060"/>
                  <a:pt x="0" y="4180925"/>
                  <a:pt x="0" y="3988320"/>
                </a:cubicBezTo>
                <a:lnTo>
                  <a:pt x="0" y="348740"/>
                </a:lnTo>
                <a:cubicBezTo>
                  <a:pt x="0" y="156136"/>
                  <a:pt x="156364" y="0"/>
                  <a:pt x="349250" y="0"/>
                </a:cubicBezTo>
                <a:close/>
              </a:path>
            </a:pathLst>
          </a:custGeom>
          <a:blipFill>
            <a:blip r:embed="rId2">
              <a:alphaModFix amt="60000"/>
            </a:blip>
            <a:stretch>
              <a:fillRect/>
            </a:stretch>
          </a:blipFill>
        </p:spPr>
        <p:txBody>
          <a:bodyPr wrap="square">
            <a:noAutofit/>
          </a:bodyPr>
          <a:lstStyle/>
          <a:p>
            <a:endParaRPr lang="en-US"/>
          </a:p>
        </p:txBody>
      </p:sp>
      <p:sp>
        <p:nvSpPr>
          <p:cNvPr id="12" name="Footer Placeholder 11">
            <a:extLst>
              <a:ext uri="{FF2B5EF4-FFF2-40B4-BE49-F238E27FC236}">
                <a16:creationId xmlns:a16="http://schemas.microsoft.com/office/drawing/2014/main" id="{FA3168BB-AC02-FC23-04AB-910062295BB2}"/>
              </a:ext>
            </a:extLst>
          </p:cNvPr>
          <p:cNvSpPr>
            <a:spLocks noGrp="1"/>
          </p:cNvSpPr>
          <p:nvPr>
            <p:ph type="ftr" sz="quarter" idx="17"/>
          </p:nvPr>
        </p:nvSpPr>
        <p:spPr/>
        <p:txBody>
          <a:bodyPr/>
          <a:lstStyle/>
          <a:p>
            <a:r>
              <a:rPr lang="en-US"/>
              <a:t>Sample Footer Text</a:t>
            </a:r>
          </a:p>
        </p:txBody>
      </p:sp>
      <p:sp>
        <p:nvSpPr>
          <p:cNvPr id="10" name="Date Placeholder 9">
            <a:extLst>
              <a:ext uri="{FF2B5EF4-FFF2-40B4-BE49-F238E27FC236}">
                <a16:creationId xmlns:a16="http://schemas.microsoft.com/office/drawing/2014/main" id="{2C56068B-9B89-AB64-F0FA-49FF37197639}"/>
              </a:ext>
            </a:extLst>
          </p:cNvPr>
          <p:cNvSpPr>
            <a:spLocks noGrp="1"/>
          </p:cNvSpPr>
          <p:nvPr>
            <p:ph type="dt" sz="half" idx="16"/>
          </p:nvPr>
        </p:nvSpPr>
        <p:spPr/>
        <p:txBody>
          <a:bodyPr/>
          <a:lstStyle/>
          <a:p>
            <a:fld id="{EFDF958F-EF49-4333-9E20-70122ED0EA73}" type="datetime1">
              <a:rPr lang="en-US" smtClean="0"/>
              <a:t>5/29/2026</a:t>
            </a:fld>
            <a:endParaRPr lang="en-US"/>
          </a:p>
        </p:txBody>
      </p:sp>
      <p:sp>
        <p:nvSpPr>
          <p:cNvPr id="14" name="Slide Number Placeholder 13">
            <a:extLst>
              <a:ext uri="{FF2B5EF4-FFF2-40B4-BE49-F238E27FC236}">
                <a16:creationId xmlns:a16="http://schemas.microsoft.com/office/drawing/2014/main" id="{9B58EFC6-5EFD-40A4-C04B-5D2E6AA36C1D}"/>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09559847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5">
    <p:bg>
      <p:bgPr>
        <a:solidFill>
          <a:schemeClr val="bg1"/>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D7B64117-148B-10E8-7721-A4C85F0BDEAD}"/>
              </a:ext>
            </a:extLst>
          </p:cNvPr>
          <p:cNvSpPr>
            <a:spLocks noGrp="1"/>
          </p:cNvSpPr>
          <p:nvPr>
            <p:ph type="title"/>
          </p:nvPr>
        </p:nvSpPr>
        <p:spPr>
          <a:xfrm>
            <a:off x="4953001" y="685801"/>
            <a:ext cx="6857999" cy="914400"/>
          </a:xfrm>
          <a:prstGeom prst="rect">
            <a:avLst/>
          </a:prstGeom>
        </p:spPr>
        <p:txBody>
          <a:bodyPr anchor="t"/>
          <a:lstStyle/>
          <a:p>
            <a:r>
              <a:rPr lang="en-US"/>
              <a:t>Click to edit Master title style</a:t>
            </a:r>
          </a:p>
        </p:txBody>
      </p:sp>
      <p:sp>
        <p:nvSpPr>
          <p:cNvPr id="8" name="Picture Placeholder 7">
            <a:extLst>
              <a:ext uri="{FF2B5EF4-FFF2-40B4-BE49-F238E27FC236}">
                <a16:creationId xmlns:a16="http://schemas.microsoft.com/office/drawing/2014/main" id="{0252FBA1-367D-3AEB-02AF-54E0FEFD2598}"/>
              </a:ext>
            </a:extLst>
          </p:cNvPr>
          <p:cNvSpPr>
            <a:spLocks noGrp="1"/>
          </p:cNvSpPr>
          <p:nvPr>
            <p:ph type="pic" sz="quarter" idx="15"/>
          </p:nvPr>
        </p:nvSpPr>
        <p:spPr>
          <a:xfrm>
            <a:off x="152400" y="159765"/>
            <a:ext cx="3657600" cy="6545835"/>
          </a:xfrm>
          <a:custGeom>
            <a:avLst/>
            <a:gdLst>
              <a:gd name="connsiteX0" fmla="*/ 1829315 w 3657600"/>
              <a:gd name="connsiteY0" fmla="*/ 0 h 6545835"/>
              <a:gd name="connsiteX1" fmla="*/ 3308351 w 3657600"/>
              <a:gd name="connsiteY1" fmla="*/ 0 h 6545835"/>
              <a:gd name="connsiteX2" fmla="*/ 3650506 w 3657600"/>
              <a:gd name="connsiteY2" fmla="*/ 278594 h 6545835"/>
              <a:gd name="connsiteX3" fmla="*/ 3657600 w 3657600"/>
              <a:gd name="connsiteY3" fmla="*/ 348902 h 6545835"/>
              <a:gd name="connsiteX4" fmla="*/ 3657600 w 3657600"/>
              <a:gd name="connsiteY4" fmla="*/ 6196927 h 6545835"/>
              <a:gd name="connsiteX5" fmla="*/ 3650506 w 3657600"/>
              <a:gd name="connsiteY5" fmla="*/ 6267227 h 6545835"/>
              <a:gd name="connsiteX6" fmla="*/ 3378738 w 3657600"/>
              <a:gd name="connsiteY6" fmla="*/ 6538746 h 6545835"/>
              <a:gd name="connsiteX7" fmla="*/ 3308362 w 3657600"/>
              <a:gd name="connsiteY7" fmla="*/ 6545835 h 6545835"/>
              <a:gd name="connsiteX8" fmla="*/ 2078941 w 3657600"/>
              <a:gd name="connsiteY8" fmla="*/ 6545835 h 6545835"/>
              <a:gd name="connsiteX9" fmla="*/ 1981579 w 3657600"/>
              <a:gd name="connsiteY9" fmla="*/ 6526195 h 6545835"/>
              <a:gd name="connsiteX10" fmla="*/ 1828801 w 3657600"/>
              <a:gd name="connsiteY10" fmla="*/ 6295926 h 6545835"/>
              <a:gd name="connsiteX11" fmla="*/ 1578655 w 3657600"/>
              <a:gd name="connsiteY11" fmla="*/ 6046022 h 6545835"/>
              <a:gd name="connsiteX12" fmla="*/ 349250 w 3657600"/>
              <a:gd name="connsiteY12" fmla="*/ 6046022 h 6545835"/>
              <a:gd name="connsiteX13" fmla="*/ 0 w 3657600"/>
              <a:gd name="connsiteY13" fmla="*/ 5697110 h 6545835"/>
              <a:gd name="connsiteX14" fmla="*/ 0 w 3657600"/>
              <a:gd name="connsiteY14" fmla="*/ 349940 h 6545835"/>
              <a:gd name="connsiteX15" fmla="*/ 349250 w 3657600"/>
              <a:gd name="connsiteY15" fmla="*/ 1028 h 6545835"/>
              <a:gd name="connsiteX16" fmla="*/ 1828286 w 3657600"/>
              <a:gd name="connsiteY16" fmla="*/ 1028 h 6545835"/>
              <a:gd name="connsiteX17" fmla="*/ 1828801 w 3657600"/>
              <a:gd name="connsiteY17" fmla="*/ 514 h 6545835"/>
              <a:gd name="connsiteX18" fmla="*/ 1829315 w 3657600"/>
              <a:gd name="connsiteY18" fmla="*/ 0 h 654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657600" h="6545835">
                <a:moveTo>
                  <a:pt x="1829315" y="0"/>
                </a:moveTo>
                <a:lnTo>
                  <a:pt x="3308351" y="0"/>
                </a:lnTo>
                <a:cubicBezTo>
                  <a:pt x="3477128" y="0"/>
                  <a:pt x="3617940" y="119601"/>
                  <a:pt x="3650506" y="278594"/>
                </a:cubicBezTo>
                <a:lnTo>
                  <a:pt x="3657600" y="348902"/>
                </a:lnTo>
                <a:lnTo>
                  <a:pt x="3657600" y="6196927"/>
                </a:lnTo>
                <a:lnTo>
                  <a:pt x="3650506" y="6267227"/>
                </a:lnTo>
                <a:cubicBezTo>
                  <a:pt x="3622592" y="6403496"/>
                  <a:pt x="3515151" y="6510853"/>
                  <a:pt x="3378738" y="6538746"/>
                </a:cubicBezTo>
                <a:lnTo>
                  <a:pt x="3308362" y="6545835"/>
                </a:lnTo>
                <a:lnTo>
                  <a:pt x="2078941" y="6545835"/>
                </a:lnTo>
                <a:lnTo>
                  <a:pt x="1981579" y="6526195"/>
                </a:lnTo>
                <a:cubicBezTo>
                  <a:pt x="1891798" y="6488252"/>
                  <a:pt x="1828801" y="6399429"/>
                  <a:pt x="1828801" y="6295926"/>
                </a:cubicBezTo>
                <a:cubicBezTo>
                  <a:pt x="1828801" y="6157909"/>
                  <a:pt x="1716806" y="6046022"/>
                  <a:pt x="1578655" y="6046022"/>
                </a:cubicBezTo>
                <a:lnTo>
                  <a:pt x="349250" y="6046022"/>
                </a:lnTo>
                <a:cubicBezTo>
                  <a:pt x="156364" y="6046022"/>
                  <a:pt x="0" y="5889805"/>
                  <a:pt x="0" y="5697110"/>
                </a:cubicBezTo>
                <a:lnTo>
                  <a:pt x="0" y="349940"/>
                </a:lnTo>
                <a:cubicBezTo>
                  <a:pt x="0" y="157241"/>
                  <a:pt x="156364" y="1028"/>
                  <a:pt x="349250" y="1028"/>
                </a:cubicBezTo>
                <a:lnTo>
                  <a:pt x="1828286" y="1028"/>
                </a:lnTo>
                <a:cubicBezTo>
                  <a:pt x="1828572" y="1028"/>
                  <a:pt x="1828801" y="798"/>
                  <a:pt x="1828801" y="514"/>
                </a:cubicBezTo>
                <a:cubicBezTo>
                  <a:pt x="1828801" y="230"/>
                  <a:pt x="1829029" y="0"/>
                  <a:pt x="1829315" y="0"/>
                </a:cubicBezTo>
                <a:close/>
              </a:path>
            </a:pathLst>
          </a:custGeom>
          <a:blipFill>
            <a:blip r:embed="rId2">
              <a:alphaModFix amt="60000"/>
            </a:blip>
            <a:stretch>
              <a:fillRect/>
            </a:stretch>
          </a:blipFill>
        </p:spPr>
        <p:txBody>
          <a:bodyPr wrap="square">
            <a:noAutofit/>
          </a:bodyPr>
          <a:lstStyle/>
          <a:p>
            <a:endParaRPr lang="en-US"/>
          </a:p>
        </p:txBody>
      </p:sp>
      <p:sp>
        <p:nvSpPr>
          <p:cNvPr id="7" name="Content Placeholder 7">
            <a:extLst>
              <a:ext uri="{FF2B5EF4-FFF2-40B4-BE49-F238E27FC236}">
                <a16:creationId xmlns:a16="http://schemas.microsoft.com/office/drawing/2014/main" id="{679495B1-3D42-5CC6-1177-BBB5CCDEF14A}"/>
              </a:ext>
            </a:extLst>
          </p:cNvPr>
          <p:cNvSpPr>
            <a:spLocks noGrp="1"/>
          </p:cNvSpPr>
          <p:nvPr>
            <p:ph sz="quarter" idx="14"/>
          </p:nvPr>
        </p:nvSpPr>
        <p:spPr>
          <a:xfrm>
            <a:off x="4953000" y="1760954"/>
            <a:ext cx="6858000" cy="4411245"/>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9">
            <a:extLst>
              <a:ext uri="{FF2B5EF4-FFF2-40B4-BE49-F238E27FC236}">
                <a16:creationId xmlns:a16="http://schemas.microsoft.com/office/drawing/2014/main" id="{CE554734-17E5-A778-C85A-403D40853237}"/>
              </a:ext>
            </a:extLst>
          </p:cNvPr>
          <p:cNvSpPr>
            <a:spLocks noGrp="1"/>
          </p:cNvSpPr>
          <p:nvPr>
            <p:ph type="ftr" sz="quarter" idx="17"/>
          </p:nvPr>
        </p:nvSpPr>
        <p:spPr>
          <a:xfrm>
            <a:off x="152400" y="6347057"/>
            <a:ext cx="1600200" cy="365125"/>
          </a:xfrm>
        </p:spPr>
        <p:txBody>
          <a:bodyPr/>
          <a:lstStyle/>
          <a:p>
            <a:r>
              <a:rPr lang="en-US"/>
              <a:t>Sample Footer Text</a:t>
            </a:r>
          </a:p>
        </p:txBody>
      </p:sp>
      <p:sp>
        <p:nvSpPr>
          <p:cNvPr id="9" name="Date Placeholder 8">
            <a:extLst>
              <a:ext uri="{FF2B5EF4-FFF2-40B4-BE49-F238E27FC236}">
                <a16:creationId xmlns:a16="http://schemas.microsoft.com/office/drawing/2014/main" id="{5BC33B0E-C66A-052A-1E5D-E52A78CEE491}"/>
              </a:ext>
            </a:extLst>
          </p:cNvPr>
          <p:cNvSpPr>
            <a:spLocks noGrp="1"/>
          </p:cNvSpPr>
          <p:nvPr>
            <p:ph type="dt" sz="half" idx="16"/>
          </p:nvPr>
        </p:nvSpPr>
        <p:spPr/>
        <p:txBody>
          <a:bodyPr/>
          <a:lstStyle/>
          <a:p>
            <a:fld id="{A9C4F925-9DE2-4EAA-A525-5D732E26F9CC}" type="datetime1">
              <a:rPr lang="en-US" smtClean="0"/>
              <a:t>5/29/2026</a:t>
            </a:fld>
            <a:endParaRPr lang="en-US"/>
          </a:p>
        </p:txBody>
      </p:sp>
      <p:sp>
        <p:nvSpPr>
          <p:cNvPr id="11" name="Slide Number Placeholder 10">
            <a:extLst>
              <a:ext uri="{FF2B5EF4-FFF2-40B4-BE49-F238E27FC236}">
                <a16:creationId xmlns:a16="http://schemas.microsoft.com/office/drawing/2014/main" id="{397DD097-90E0-2A9F-AAFE-460FC67E9A10}"/>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08538997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6">
    <p:bg>
      <p:bgPr>
        <a:solidFill>
          <a:schemeClr val="bg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257EC580-88DE-56DE-5258-9F16851E9486}"/>
              </a:ext>
            </a:extLst>
          </p:cNvPr>
          <p:cNvSpPr>
            <a:spLocks noGrp="1"/>
          </p:cNvSpPr>
          <p:nvPr>
            <p:ph type="title"/>
          </p:nvPr>
        </p:nvSpPr>
        <p:spPr>
          <a:xfrm>
            <a:off x="381001" y="685801"/>
            <a:ext cx="6857999" cy="914400"/>
          </a:xfrm>
          <a:prstGeom prst="rect">
            <a:avLst/>
          </a:prstGeom>
        </p:spPr>
        <p:txBody>
          <a:bodyPr anchor="t"/>
          <a:lstStyle/>
          <a:p>
            <a:r>
              <a:rPr lang="en-US"/>
              <a:t>Click to edit Master title style</a:t>
            </a:r>
          </a:p>
        </p:txBody>
      </p:sp>
      <p:sp>
        <p:nvSpPr>
          <p:cNvPr id="4" name="Content Placeholder 7">
            <a:extLst>
              <a:ext uri="{FF2B5EF4-FFF2-40B4-BE49-F238E27FC236}">
                <a16:creationId xmlns:a16="http://schemas.microsoft.com/office/drawing/2014/main" id="{C0C3FF79-59DB-9A09-BAE9-314BF322E5E3}"/>
              </a:ext>
            </a:extLst>
          </p:cNvPr>
          <p:cNvSpPr>
            <a:spLocks noGrp="1"/>
          </p:cNvSpPr>
          <p:nvPr>
            <p:ph sz="quarter" idx="14"/>
          </p:nvPr>
        </p:nvSpPr>
        <p:spPr>
          <a:xfrm>
            <a:off x="381000" y="1760954"/>
            <a:ext cx="6858000" cy="4411245"/>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93964543-7DAC-0CE9-CE60-91786FE74153}"/>
              </a:ext>
            </a:extLst>
          </p:cNvPr>
          <p:cNvSpPr>
            <a:spLocks noGrp="1"/>
          </p:cNvSpPr>
          <p:nvPr>
            <p:ph type="pic" sz="quarter" idx="15"/>
          </p:nvPr>
        </p:nvSpPr>
        <p:spPr>
          <a:xfrm>
            <a:off x="8382000" y="152400"/>
            <a:ext cx="3657600" cy="6545835"/>
          </a:xfrm>
          <a:custGeom>
            <a:avLst/>
            <a:gdLst>
              <a:gd name="connsiteX0" fmla="*/ 349250 w 3657600"/>
              <a:gd name="connsiteY0" fmla="*/ 0 h 6545835"/>
              <a:gd name="connsiteX1" fmla="*/ 1828286 w 3657600"/>
              <a:gd name="connsiteY1" fmla="*/ 0 h 6545835"/>
              <a:gd name="connsiteX2" fmla="*/ 1828800 w 3657600"/>
              <a:gd name="connsiteY2" fmla="*/ 514 h 6545835"/>
              <a:gd name="connsiteX3" fmla="*/ 1829315 w 3657600"/>
              <a:gd name="connsiteY3" fmla="*/ 1028 h 6545835"/>
              <a:gd name="connsiteX4" fmla="*/ 3308351 w 3657600"/>
              <a:gd name="connsiteY4" fmla="*/ 1028 h 6545835"/>
              <a:gd name="connsiteX5" fmla="*/ 3650505 w 3657600"/>
              <a:gd name="connsiteY5" fmla="*/ 279622 h 6545835"/>
              <a:gd name="connsiteX6" fmla="*/ 3657600 w 3657600"/>
              <a:gd name="connsiteY6" fmla="*/ 349930 h 6545835"/>
              <a:gd name="connsiteX7" fmla="*/ 3657600 w 3657600"/>
              <a:gd name="connsiteY7" fmla="*/ 5697120 h 6545835"/>
              <a:gd name="connsiteX8" fmla="*/ 3650505 w 3657600"/>
              <a:gd name="connsiteY8" fmla="*/ 5767427 h 6545835"/>
              <a:gd name="connsiteX9" fmla="*/ 3308351 w 3657600"/>
              <a:gd name="connsiteY9" fmla="*/ 6046022 h 6545835"/>
              <a:gd name="connsiteX10" fmla="*/ 2078946 w 3657600"/>
              <a:gd name="connsiteY10" fmla="*/ 6046022 h 6545835"/>
              <a:gd name="connsiteX11" fmla="*/ 1828800 w 3657600"/>
              <a:gd name="connsiteY11" fmla="*/ 6295926 h 6545835"/>
              <a:gd name="connsiteX12" fmla="*/ 1676022 w 3657600"/>
              <a:gd name="connsiteY12" fmla="*/ 6526195 h 6545835"/>
              <a:gd name="connsiteX13" fmla="*/ 1578660 w 3657600"/>
              <a:gd name="connsiteY13" fmla="*/ 6545835 h 6545835"/>
              <a:gd name="connsiteX14" fmla="*/ 349241 w 3657600"/>
              <a:gd name="connsiteY14" fmla="*/ 6545835 h 6545835"/>
              <a:gd name="connsiteX15" fmla="*/ 278864 w 3657600"/>
              <a:gd name="connsiteY15" fmla="*/ 6538746 h 6545835"/>
              <a:gd name="connsiteX16" fmla="*/ 0 w 3657600"/>
              <a:gd name="connsiteY16" fmla="*/ 6196917 h 6545835"/>
              <a:gd name="connsiteX17" fmla="*/ 0 w 3657600"/>
              <a:gd name="connsiteY17" fmla="*/ 348912 h 6545835"/>
              <a:gd name="connsiteX18" fmla="*/ 349250 w 3657600"/>
              <a:gd name="connsiteY18" fmla="*/ 0 h 654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657600" h="6545835">
                <a:moveTo>
                  <a:pt x="349250" y="0"/>
                </a:moveTo>
                <a:lnTo>
                  <a:pt x="1828286" y="0"/>
                </a:lnTo>
                <a:cubicBezTo>
                  <a:pt x="1828572" y="0"/>
                  <a:pt x="1828800" y="230"/>
                  <a:pt x="1828800" y="514"/>
                </a:cubicBezTo>
                <a:cubicBezTo>
                  <a:pt x="1828800" y="798"/>
                  <a:pt x="1829029" y="1028"/>
                  <a:pt x="1829315" y="1028"/>
                </a:cubicBezTo>
                <a:lnTo>
                  <a:pt x="3308351" y="1028"/>
                </a:lnTo>
                <a:cubicBezTo>
                  <a:pt x="3477126" y="1028"/>
                  <a:pt x="3617939" y="120629"/>
                  <a:pt x="3650505" y="279622"/>
                </a:cubicBezTo>
                <a:lnTo>
                  <a:pt x="3657600" y="349930"/>
                </a:lnTo>
                <a:lnTo>
                  <a:pt x="3657600" y="5697120"/>
                </a:lnTo>
                <a:lnTo>
                  <a:pt x="3650505" y="5767427"/>
                </a:lnTo>
                <a:cubicBezTo>
                  <a:pt x="3617939" y="5926419"/>
                  <a:pt x="3477126" y="6046022"/>
                  <a:pt x="3308351" y="6046022"/>
                </a:cubicBezTo>
                <a:lnTo>
                  <a:pt x="2078946" y="6046022"/>
                </a:lnTo>
                <a:cubicBezTo>
                  <a:pt x="1940795" y="6046022"/>
                  <a:pt x="1828800" y="6157909"/>
                  <a:pt x="1828800" y="6295926"/>
                </a:cubicBezTo>
                <a:cubicBezTo>
                  <a:pt x="1828800" y="6399429"/>
                  <a:pt x="1765803" y="6488252"/>
                  <a:pt x="1676022" y="6526195"/>
                </a:cubicBezTo>
                <a:lnTo>
                  <a:pt x="1578660" y="6545835"/>
                </a:lnTo>
                <a:lnTo>
                  <a:pt x="349241" y="6545835"/>
                </a:lnTo>
                <a:lnTo>
                  <a:pt x="278864" y="6538746"/>
                </a:lnTo>
                <a:cubicBezTo>
                  <a:pt x="119715" y="6506205"/>
                  <a:pt x="0" y="6365503"/>
                  <a:pt x="0" y="6196917"/>
                </a:cubicBezTo>
                <a:lnTo>
                  <a:pt x="0" y="348912"/>
                </a:lnTo>
                <a:cubicBezTo>
                  <a:pt x="0" y="156213"/>
                  <a:pt x="156362" y="0"/>
                  <a:pt x="349250" y="0"/>
                </a:cubicBezTo>
                <a:close/>
              </a:path>
            </a:pathLst>
          </a:custGeom>
          <a:blipFill>
            <a:blip r:embed="rId2">
              <a:alphaModFix amt="60000"/>
            </a:blip>
            <a:stretch>
              <a:fillRect/>
            </a:stretch>
          </a:blipFill>
        </p:spPr>
        <p:txBody>
          <a:bodyPr wrap="square">
            <a:noAutofit/>
          </a:bodyPr>
          <a:lstStyle/>
          <a:p>
            <a:endParaRPr lang="en-US"/>
          </a:p>
        </p:txBody>
      </p:sp>
      <p:sp>
        <p:nvSpPr>
          <p:cNvPr id="12" name="Footer Placeholder 11">
            <a:extLst>
              <a:ext uri="{FF2B5EF4-FFF2-40B4-BE49-F238E27FC236}">
                <a16:creationId xmlns:a16="http://schemas.microsoft.com/office/drawing/2014/main" id="{0200DA31-8001-338B-5371-3A7494E8D478}"/>
              </a:ext>
            </a:extLst>
          </p:cNvPr>
          <p:cNvSpPr>
            <a:spLocks noGrp="1"/>
          </p:cNvSpPr>
          <p:nvPr>
            <p:ph type="ftr" sz="quarter" idx="17"/>
          </p:nvPr>
        </p:nvSpPr>
        <p:spPr/>
        <p:txBody>
          <a:bodyPr/>
          <a:lstStyle/>
          <a:p>
            <a:r>
              <a:rPr lang="en-US"/>
              <a:t>Sample Footer Text</a:t>
            </a:r>
          </a:p>
        </p:txBody>
      </p:sp>
      <p:sp>
        <p:nvSpPr>
          <p:cNvPr id="11" name="Date Placeholder 10">
            <a:extLst>
              <a:ext uri="{FF2B5EF4-FFF2-40B4-BE49-F238E27FC236}">
                <a16:creationId xmlns:a16="http://schemas.microsoft.com/office/drawing/2014/main" id="{261ED7C0-4B00-0749-E13A-727478511638}"/>
              </a:ext>
            </a:extLst>
          </p:cNvPr>
          <p:cNvSpPr>
            <a:spLocks noGrp="1"/>
          </p:cNvSpPr>
          <p:nvPr>
            <p:ph type="dt" sz="half" idx="16"/>
          </p:nvPr>
        </p:nvSpPr>
        <p:spPr>
          <a:xfrm>
            <a:off x="5819829" y="6340475"/>
            <a:ext cx="1800171" cy="365125"/>
          </a:xfrm>
        </p:spPr>
        <p:txBody>
          <a:bodyPr/>
          <a:lstStyle/>
          <a:p>
            <a:fld id="{79EA2045-A3A4-43AC-872F-2D104885A371}" type="datetime1">
              <a:rPr lang="en-US" smtClean="0"/>
              <a:t>5/29/2026</a:t>
            </a:fld>
            <a:endParaRPr lang="en-US"/>
          </a:p>
        </p:txBody>
      </p:sp>
      <p:sp>
        <p:nvSpPr>
          <p:cNvPr id="13" name="Slide Number Placeholder 12">
            <a:extLst>
              <a:ext uri="{FF2B5EF4-FFF2-40B4-BE49-F238E27FC236}">
                <a16:creationId xmlns:a16="http://schemas.microsoft.com/office/drawing/2014/main" id="{C084553E-C102-DA3B-F180-DD3972113269}"/>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54549493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7">
    <p:bg>
      <p:bgPr>
        <a:solidFill>
          <a:schemeClr val="bg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9746344-2F7D-4A55-E6DD-6BBEF41A7B66}"/>
              </a:ext>
            </a:extLst>
          </p:cNvPr>
          <p:cNvSpPr>
            <a:spLocks noGrp="1"/>
          </p:cNvSpPr>
          <p:nvPr>
            <p:ph type="title"/>
          </p:nvPr>
        </p:nvSpPr>
        <p:spPr>
          <a:xfrm>
            <a:off x="381000" y="709099"/>
            <a:ext cx="4572000" cy="1348301"/>
          </a:xfrm>
          <a:prstGeom prst="rect">
            <a:avLst/>
          </a:prstGeom>
        </p:spPr>
        <p:txBody>
          <a:bodyPr anchor="t">
            <a:normAutofit/>
          </a:bodyPr>
          <a:lstStyle>
            <a:lvl1pPr>
              <a:defRPr sz="2800"/>
            </a:lvl1pPr>
          </a:lstStyle>
          <a:p>
            <a:r>
              <a:rPr lang="en-US"/>
              <a:t>Click to edit Master title style</a:t>
            </a:r>
          </a:p>
        </p:txBody>
      </p:sp>
      <p:sp>
        <p:nvSpPr>
          <p:cNvPr id="11" name="Picture Placeholder 10">
            <a:extLst>
              <a:ext uri="{FF2B5EF4-FFF2-40B4-BE49-F238E27FC236}">
                <a16:creationId xmlns:a16="http://schemas.microsoft.com/office/drawing/2014/main" id="{C45C96D9-D192-32BB-6CEF-7F4A787A921E}"/>
              </a:ext>
            </a:extLst>
          </p:cNvPr>
          <p:cNvSpPr>
            <a:spLocks noGrp="1"/>
          </p:cNvSpPr>
          <p:nvPr>
            <p:ph type="pic" sz="quarter" idx="15"/>
          </p:nvPr>
        </p:nvSpPr>
        <p:spPr>
          <a:xfrm>
            <a:off x="387926" y="2590800"/>
            <a:ext cx="4578206" cy="3560521"/>
          </a:xfrm>
          <a:custGeom>
            <a:avLst/>
            <a:gdLst>
              <a:gd name="connsiteX0" fmla="*/ 345466 w 4114800"/>
              <a:gd name="connsiteY0" fmla="*/ 0 h 3200125"/>
              <a:gd name="connsiteX1" fmla="*/ 3769335 w 4114800"/>
              <a:gd name="connsiteY1" fmla="*/ 0 h 3200125"/>
              <a:gd name="connsiteX2" fmla="*/ 3835937 w 4114800"/>
              <a:gd name="connsiteY2" fmla="*/ 6705 h 3200125"/>
              <a:gd name="connsiteX3" fmla="*/ 4114800 w 4114800"/>
              <a:gd name="connsiteY3" fmla="*/ 348409 h 3200125"/>
              <a:gd name="connsiteX4" fmla="*/ 4114800 w 4114800"/>
              <a:gd name="connsiteY4" fmla="*/ 2851335 h 3200125"/>
              <a:gd name="connsiteX5" fmla="*/ 3765550 w 4114800"/>
              <a:gd name="connsiteY5" fmla="*/ 3200125 h 3200125"/>
              <a:gd name="connsiteX6" fmla="*/ 349250 w 4114800"/>
              <a:gd name="connsiteY6" fmla="*/ 3200125 h 3200125"/>
              <a:gd name="connsiteX7" fmla="*/ 0 w 4114800"/>
              <a:gd name="connsiteY7" fmla="*/ 2851335 h 3200125"/>
              <a:gd name="connsiteX8" fmla="*/ 0 w 4114800"/>
              <a:gd name="connsiteY8" fmla="*/ 348409 h 3200125"/>
              <a:gd name="connsiteX9" fmla="*/ 278864 w 4114800"/>
              <a:gd name="connsiteY9" fmla="*/ 6705 h 3200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14800" h="3200125">
                <a:moveTo>
                  <a:pt x="345466" y="0"/>
                </a:moveTo>
                <a:lnTo>
                  <a:pt x="3769335" y="0"/>
                </a:lnTo>
                <a:lnTo>
                  <a:pt x="3835937" y="6705"/>
                </a:lnTo>
                <a:cubicBezTo>
                  <a:pt x="3995086" y="39229"/>
                  <a:pt x="4114800" y="179857"/>
                  <a:pt x="4114800" y="348409"/>
                </a:cubicBezTo>
                <a:lnTo>
                  <a:pt x="4114800" y="2851335"/>
                </a:lnTo>
                <a:cubicBezTo>
                  <a:pt x="4114800" y="3043969"/>
                  <a:pt x="3958438" y="3200125"/>
                  <a:pt x="3765550" y="3200125"/>
                </a:cubicBezTo>
                <a:lnTo>
                  <a:pt x="349250" y="3200125"/>
                </a:lnTo>
                <a:cubicBezTo>
                  <a:pt x="156364" y="3200125"/>
                  <a:pt x="0" y="3043969"/>
                  <a:pt x="0" y="2851335"/>
                </a:cubicBezTo>
                <a:lnTo>
                  <a:pt x="0" y="348409"/>
                </a:lnTo>
                <a:cubicBezTo>
                  <a:pt x="0" y="179857"/>
                  <a:pt x="119716" y="39229"/>
                  <a:pt x="278864" y="6705"/>
                </a:cubicBezTo>
                <a:close/>
              </a:path>
            </a:pathLst>
          </a:custGeom>
          <a:blipFill>
            <a:blip r:embed="rId2">
              <a:alphaModFix amt="60000"/>
            </a:blip>
            <a:stretch>
              <a:fillRect/>
            </a:stretch>
          </a:blipFill>
        </p:spPr>
        <p:txBody>
          <a:bodyPr wrap="square">
            <a:noAutofit/>
          </a:bodyPr>
          <a:lstStyle/>
          <a:p>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638800" y="706803"/>
            <a:ext cx="6172200" cy="5465398"/>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13">
            <a:extLst>
              <a:ext uri="{FF2B5EF4-FFF2-40B4-BE49-F238E27FC236}">
                <a16:creationId xmlns:a16="http://schemas.microsoft.com/office/drawing/2014/main" id="{38C66154-743D-C7F5-97C4-2FAB2B6A1D3C}"/>
              </a:ext>
            </a:extLst>
          </p:cNvPr>
          <p:cNvSpPr>
            <a:spLocks noGrp="1"/>
          </p:cNvSpPr>
          <p:nvPr>
            <p:ph type="ftr" sz="quarter" idx="17"/>
          </p:nvPr>
        </p:nvSpPr>
        <p:spPr/>
        <p:txBody>
          <a:bodyPr/>
          <a:lstStyle/>
          <a:p>
            <a:r>
              <a:rPr lang="en-US"/>
              <a:t>Sample Footer Text</a:t>
            </a:r>
          </a:p>
        </p:txBody>
      </p:sp>
      <p:sp>
        <p:nvSpPr>
          <p:cNvPr id="13" name="Date Placeholder 12">
            <a:extLst>
              <a:ext uri="{FF2B5EF4-FFF2-40B4-BE49-F238E27FC236}">
                <a16:creationId xmlns:a16="http://schemas.microsoft.com/office/drawing/2014/main" id="{AA3F3A86-D339-7100-3E81-E5798445D506}"/>
              </a:ext>
            </a:extLst>
          </p:cNvPr>
          <p:cNvSpPr>
            <a:spLocks noGrp="1"/>
          </p:cNvSpPr>
          <p:nvPr>
            <p:ph type="dt" sz="half" idx="16"/>
          </p:nvPr>
        </p:nvSpPr>
        <p:spPr/>
        <p:txBody>
          <a:bodyPr/>
          <a:lstStyle/>
          <a:p>
            <a:fld id="{82C27D42-2204-46A4-BBCE-73A8543647D3}" type="datetime1">
              <a:rPr lang="en-US" smtClean="0"/>
              <a:t>5/29/2026</a:t>
            </a:fld>
            <a:endParaRPr lang="en-US"/>
          </a:p>
        </p:txBody>
      </p:sp>
      <p:sp>
        <p:nvSpPr>
          <p:cNvPr id="15" name="Slide Number Placeholder 14">
            <a:extLst>
              <a:ext uri="{FF2B5EF4-FFF2-40B4-BE49-F238E27FC236}">
                <a16:creationId xmlns:a16="http://schemas.microsoft.com/office/drawing/2014/main" id="{FEDCFD90-149A-5BBC-51D0-89BB36B9E80A}"/>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96290000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8">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81000" y="709098"/>
            <a:ext cx="4114800" cy="1805502"/>
          </a:xfrm>
          <a:prstGeom prst="rect">
            <a:avLst/>
          </a:prstGeom>
        </p:spPr>
        <p:txBody>
          <a:bodyPr anchor="t">
            <a:normAutofit/>
          </a:bodyPr>
          <a:lstStyle>
            <a:lvl1pPr>
              <a:defRPr sz="2800"/>
            </a:lvl1pPr>
          </a:lstStyle>
          <a:p>
            <a:r>
              <a:rPr lang="en-US"/>
              <a:t>Click to edit Master title style</a:t>
            </a:r>
          </a:p>
        </p:txBody>
      </p:sp>
      <p:sp>
        <p:nvSpPr>
          <p:cNvPr id="16" name="Picture Placeholder 15">
            <a:extLst>
              <a:ext uri="{FF2B5EF4-FFF2-40B4-BE49-F238E27FC236}">
                <a16:creationId xmlns:a16="http://schemas.microsoft.com/office/drawing/2014/main" id="{EA2CA930-2485-A4DF-F377-8218AE4BB18E}"/>
              </a:ext>
            </a:extLst>
          </p:cNvPr>
          <p:cNvSpPr>
            <a:spLocks noGrp="1"/>
          </p:cNvSpPr>
          <p:nvPr>
            <p:ph type="pic" sz="quarter" idx="15"/>
          </p:nvPr>
        </p:nvSpPr>
        <p:spPr>
          <a:xfrm>
            <a:off x="381001" y="3090060"/>
            <a:ext cx="4114800" cy="3078972"/>
          </a:xfrm>
          <a:custGeom>
            <a:avLst/>
            <a:gdLst>
              <a:gd name="connsiteX0" fmla="*/ 349250 w 3657600"/>
              <a:gd name="connsiteY0" fmla="*/ 0 h 2736864"/>
              <a:gd name="connsiteX1" fmla="*/ 3308350 w 3657600"/>
              <a:gd name="connsiteY1" fmla="*/ 0 h 2736864"/>
              <a:gd name="connsiteX2" fmla="*/ 3657600 w 3657600"/>
              <a:gd name="connsiteY2" fmla="*/ 348444 h 2736864"/>
              <a:gd name="connsiteX3" fmla="*/ 3657600 w 3657600"/>
              <a:gd name="connsiteY3" fmla="*/ 2388421 h 2736864"/>
              <a:gd name="connsiteX4" fmla="*/ 3308350 w 3657600"/>
              <a:gd name="connsiteY4" fmla="*/ 2736864 h 2736864"/>
              <a:gd name="connsiteX5" fmla="*/ 349250 w 3657600"/>
              <a:gd name="connsiteY5" fmla="*/ 2736864 h 2736864"/>
              <a:gd name="connsiteX6" fmla="*/ 0 w 3657600"/>
              <a:gd name="connsiteY6" fmla="*/ 2388421 h 2736864"/>
              <a:gd name="connsiteX7" fmla="*/ 0 w 3657600"/>
              <a:gd name="connsiteY7" fmla="*/ 348444 h 2736864"/>
              <a:gd name="connsiteX8" fmla="*/ 349250 w 3657600"/>
              <a:gd name="connsiteY8" fmla="*/ 0 h 2736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57600" h="2736864">
                <a:moveTo>
                  <a:pt x="349250" y="0"/>
                </a:moveTo>
                <a:lnTo>
                  <a:pt x="3308350" y="0"/>
                </a:lnTo>
                <a:cubicBezTo>
                  <a:pt x="3501238" y="0"/>
                  <a:pt x="3657600" y="156003"/>
                  <a:pt x="3657600" y="348444"/>
                </a:cubicBezTo>
                <a:lnTo>
                  <a:pt x="3657600" y="2388421"/>
                </a:lnTo>
                <a:cubicBezTo>
                  <a:pt x="3657600" y="2580863"/>
                  <a:pt x="3501238" y="2736864"/>
                  <a:pt x="3308350" y="2736864"/>
                </a:cubicBezTo>
                <a:lnTo>
                  <a:pt x="349250" y="2736864"/>
                </a:lnTo>
                <a:cubicBezTo>
                  <a:pt x="156364" y="2736864"/>
                  <a:pt x="0" y="2580863"/>
                  <a:pt x="0" y="2388421"/>
                </a:cubicBezTo>
                <a:lnTo>
                  <a:pt x="0" y="348444"/>
                </a:lnTo>
                <a:cubicBezTo>
                  <a:pt x="0" y="156003"/>
                  <a:pt x="156364" y="0"/>
                  <a:pt x="349250" y="0"/>
                </a:cubicBezTo>
                <a:close/>
              </a:path>
            </a:pathLst>
          </a:custGeom>
          <a:blipFill>
            <a:blip r:embed="rId2">
              <a:alphaModFix amt="60000"/>
            </a:blip>
            <a:stretch>
              <a:fillRect/>
            </a:stretch>
          </a:blipFill>
        </p:spPr>
        <p:txBody>
          <a:bodyPr wrap="square">
            <a:noAutofit/>
          </a:bodyPr>
          <a:lstStyle/>
          <a:p>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81600" y="709098"/>
            <a:ext cx="6629400" cy="5463102"/>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Footer Placeholder 17">
            <a:extLst>
              <a:ext uri="{FF2B5EF4-FFF2-40B4-BE49-F238E27FC236}">
                <a16:creationId xmlns:a16="http://schemas.microsoft.com/office/drawing/2014/main" id="{FCB87F31-D334-B77F-23ED-BC9392A5A190}"/>
              </a:ext>
            </a:extLst>
          </p:cNvPr>
          <p:cNvSpPr>
            <a:spLocks noGrp="1"/>
          </p:cNvSpPr>
          <p:nvPr>
            <p:ph type="ftr" sz="quarter" idx="17"/>
          </p:nvPr>
        </p:nvSpPr>
        <p:spPr/>
        <p:txBody>
          <a:bodyPr/>
          <a:lstStyle/>
          <a:p>
            <a:r>
              <a:rPr lang="en-US"/>
              <a:t>Sample Footer Text</a:t>
            </a:r>
          </a:p>
        </p:txBody>
      </p:sp>
      <p:sp>
        <p:nvSpPr>
          <p:cNvPr id="17" name="Date Placeholder 16">
            <a:extLst>
              <a:ext uri="{FF2B5EF4-FFF2-40B4-BE49-F238E27FC236}">
                <a16:creationId xmlns:a16="http://schemas.microsoft.com/office/drawing/2014/main" id="{CFC38238-FDEF-8175-D965-3AB225B3E4DC}"/>
              </a:ext>
            </a:extLst>
          </p:cNvPr>
          <p:cNvSpPr>
            <a:spLocks noGrp="1"/>
          </p:cNvSpPr>
          <p:nvPr>
            <p:ph type="dt" sz="half" idx="16"/>
          </p:nvPr>
        </p:nvSpPr>
        <p:spPr/>
        <p:txBody>
          <a:bodyPr/>
          <a:lstStyle/>
          <a:p>
            <a:fld id="{8CAF69CD-852F-45D3-A297-D887BC5AB689}" type="datetime1">
              <a:rPr lang="en-US" smtClean="0"/>
              <a:t>5/29/2026</a:t>
            </a:fld>
            <a:endParaRPr lang="en-US"/>
          </a:p>
        </p:txBody>
      </p:sp>
      <p:sp>
        <p:nvSpPr>
          <p:cNvPr id="19" name="Slide Number Placeholder 18">
            <a:extLst>
              <a:ext uri="{FF2B5EF4-FFF2-40B4-BE49-F238E27FC236}">
                <a16:creationId xmlns:a16="http://schemas.microsoft.com/office/drawing/2014/main" id="{1C67D1B5-265C-82B0-F8CD-079589F0A1C0}"/>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401949876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umber Large">
    <p:bg>
      <p:bgRef idx="1001">
        <a:schemeClr val="bg1"/>
      </p:bgRef>
    </p:bg>
    <p:spTree>
      <p:nvGrpSpPr>
        <p:cNvPr id="1" name=""/>
        <p:cNvGrpSpPr/>
        <p:nvPr/>
      </p:nvGrpSpPr>
      <p:grpSpPr>
        <a:xfrm>
          <a:off x="0" y="0"/>
          <a:ext cx="0" cy="0"/>
          <a:chOff x="0" y="0"/>
          <a:chExt cx="0" cy="0"/>
        </a:xfrm>
      </p:grpSpPr>
      <p:pic>
        <p:nvPicPr>
          <p:cNvPr id="18" name="Picture 17" descr="A close up of a colorful background&#10;&#10;AI-generated content may be incorrect.">
            <a:extLst>
              <a:ext uri="{FF2B5EF4-FFF2-40B4-BE49-F238E27FC236}">
                <a16:creationId xmlns:a16="http://schemas.microsoft.com/office/drawing/2014/main" id="{B88F4B1A-8CA8-A34A-4954-AE7A09F8524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itle 1">
            <a:extLst>
              <a:ext uri="{FF2B5EF4-FFF2-40B4-BE49-F238E27FC236}">
                <a16:creationId xmlns:a16="http://schemas.microsoft.com/office/drawing/2014/main" id="{3469D919-6BEC-1146-C73F-9E159C2CBC47}"/>
              </a:ext>
            </a:extLst>
          </p:cNvPr>
          <p:cNvSpPr>
            <a:spLocks noGrp="1"/>
          </p:cNvSpPr>
          <p:nvPr>
            <p:ph type="title"/>
          </p:nvPr>
        </p:nvSpPr>
        <p:spPr>
          <a:xfrm>
            <a:off x="1523999" y="5020235"/>
            <a:ext cx="9144001" cy="933304"/>
          </a:xfrm>
        </p:spPr>
        <p:txBody>
          <a:bodyPr anchor="t">
            <a:normAutofit/>
          </a:bodyPr>
          <a:lstStyle>
            <a:lvl1pPr algn="ctr">
              <a:lnSpc>
                <a:spcPct val="110000"/>
              </a:lnSpc>
              <a:defRPr sz="2200" b="0" i="0" cap="all" baseline="0">
                <a:solidFill>
                  <a:schemeClr val="tx1"/>
                </a:solidFill>
                <a:latin typeface="+mn-lt"/>
                <a:cs typeface="Segoe UI" panose="020B0502040204020203" pitchFamily="34" charset="0"/>
              </a:defRPr>
            </a:lvl1pPr>
          </a:lstStyle>
          <a:p>
            <a:r>
              <a:rPr lang="en-US"/>
              <a:t>Click to edit Master title style</a:t>
            </a:r>
          </a:p>
        </p:txBody>
      </p:sp>
      <p:sp>
        <p:nvSpPr>
          <p:cNvPr id="9" name="Content Placeholder 6">
            <a:extLst>
              <a:ext uri="{FF2B5EF4-FFF2-40B4-BE49-F238E27FC236}">
                <a16:creationId xmlns:a16="http://schemas.microsoft.com/office/drawing/2014/main" id="{7CDAC417-B61F-30A2-725C-3CF74077D955}"/>
              </a:ext>
            </a:extLst>
          </p:cNvPr>
          <p:cNvSpPr>
            <a:spLocks noGrp="1"/>
          </p:cNvSpPr>
          <p:nvPr>
            <p:ph sz="quarter" idx="13" hasCustomPrompt="1"/>
          </p:nvPr>
        </p:nvSpPr>
        <p:spPr>
          <a:xfrm>
            <a:off x="381000" y="1219200"/>
            <a:ext cx="11423901" cy="4334435"/>
          </a:xfrm>
        </p:spPr>
        <p:txBody>
          <a:bodyPr anchor="ctr">
            <a:normAutofit/>
          </a:bodyPr>
          <a:lstStyle>
            <a:lvl1pPr marL="0" indent="0" algn="ctr">
              <a:lnSpc>
                <a:spcPct val="90000"/>
              </a:lnSpc>
              <a:buNone/>
              <a:defRPr sz="32000" b="0" i="0">
                <a:solidFill>
                  <a:schemeClr val="tx1"/>
                </a:solidFill>
                <a:latin typeface="+mj-lt"/>
                <a:cs typeface="Biome" panose="020B0503030204020804" pitchFamily="34" charset="0"/>
              </a:defRPr>
            </a:lvl1pPr>
          </a:lstStyle>
          <a:p>
            <a:pPr lvl="0"/>
            <a:r>
              <a:rPr lang="en-US"/>
              <a:t>##%</a:t>
            </a:r>
          </a:p>
        </p:txBody>
      </p:sp>
      <p:sp>
        <p:nvSpPr>
          <p:cNvPr id="3" name="Footer Placeholder 2">
            <a:extLst>
              <a:ext uri="{FF2B5EF4-FFF2-40B4-BE49-F238E27FC236}">
                <a16:creationId xmlns:a16="http://schemas.microsoft.com/office/drawing/2014/main" id="{BABF7456-2994-4EAE-3371-7D91481A9940}"/>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2" name="Date Placeholder 1">
            <a:extLst>
              <a:ext uri="{FF2B5EF4-FFF2-40B4-BE49-F238E27FC236}">
                <a16:creationId xmlns:a16="http://schemas.microsoft.com/office/drawing/2014/main" id="{368108BC-C075-0A9E-0B2B-E7A83353BBC9}"/>
              </a:ext>
            </a:extLst>
          </p:cNvPr>
          <p:cNvSpPr>
            <a:spLocks noGrp="1"/>
          </p:cNvSpPr>
          <p:nvPr>
            <p:ph type="dt" sz="half" idx="14"/>
          </p:nvPr>
        </p:nvSpPr>
        <p:spPr/>
        <p:txBody>
          <a:bodyPr/>
          <a:lstStyle>
            <a:lvl1pPr>
              <a:defRPr>
                <a:solidFill>
                  <a:schemeClr val="tx1"/>
                </a:solidFill>
              </a:defRPr>
            </a:lvl1pPr>
          </a:lstStyle>
          <a:p>
            <a:fld id="{1FCE7D5A-22BA-46A7-98B0-8EF97CF64A6B}" type="datetime1">
              <a:rPr lang="en-US" smtClean="0"/>
              <a:t>5/29/2026</a:t>
            </a:fld>
            <a:endParaRPr lang="en-US"/>
          </a:p>
        </p:txBody>
      </p:sp>
      <p:sp>
        <p:nvSpPr>
          <p:cNvPr id="4" name="Slide Number Placeholder 3">
            <a:extLst>
              <a:ext uri="{FF2B5EF4-FFF2-40B4-BE49-F238E27FC236}">
                <a16:creationId xmlns:a16="http://schemas.microsoft.com/office/drawing/2014/main" id="{2127E1D0-2E0F-F464-3005-274CB18AA4ED}"/>
              </a:ext>
            </a:extLst>
          </p:cNvPr>
          <p:cNvSpPr>
            <a:spLocks noGrp="1"/>
          </p:cNvSpPr>
          <p:nvPr>
            <p:ph type="sldNum" sz="quarter" idx="16"/>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502130317"/>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bg1"/>
        </a:solidFill>
        <a:effectLst/>
      </p:bgPr>
    </p:bg>
    <p:spTree>
      <p:nvGrpSpPr>
        <p:cNvPr id="1" name=""/>
        <p:cNvGrpSpPr/>
        <p:nvPr/>
      </p:nvGrpSpPr>
      <p:grpSpPr>
        <a:xfrm>
          <a:off x="0" y="0"/>
          <a:ext cx="0" cy="0"/>
          <a:chOff x="0" y="0"/>
          <a:chExt cx="0" cy="0"/>
        </a:xfrm>
      </p:grpSpPr>
      <p:pic>
        <p:nvPicPr>
          <p:cNvPr id="14" name="Picture 13" descr="A close up of a bubble&#10;&#10;AI-generated content may be incorrect.">
            <a:extLst>
              <a:ext uri="{FF2B5EF4-FFF2-40B4-BE49-F238E27FC236}">
                <a16:creationId xmlns:a16="http://schemas.microsoft.com/office/drawing/2014/main" id="{B151E50E-DC1D-C22C-0C1F-221AA729DAB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8" name="Graphic 7">
            <a:extLst>
              <a:ext uri="{FF2B5EF4-FFF2-40B4-BE49-F238E27FC236}">
                <a16:creationId xmlns:a16="http://schemas.microsoft.com/office/drawing/2014/main" id="{F65420D2-A6C8-2DFC-2118-B78357CCAA8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9" name="Title 1">
            <a:extLst>
              <a:ext uri="{FF2B5EF4-FFF2-40B4-BE49-F238E27FC236}">
                <a16:creationId xmlns:a16="http://schemas.microsoft.com/office/drawing/2014/main" id="{7CDF9954-8E89-826A-2D28-2C5E18A23406}"/>
              </a:ext>
            </a:extLst>
          </p:cNvPr>
          <p:cNvSpPr>
            <a:spLocks noGrp="1"/>
          </p:cNvSpPr>
          <p:nvPr>
            <p:ph type="title"/>
          </p:nvPr>
        </p:nvSpPr>
        <p:spPr>
          <a:xfrm>
            <a:off x="1523999" y="4876800"/>
            <a:ext cx="9144001" cy="933304"/>
          </a:xfrm>
        </p:spPr>
        <p:txBody>
          <a:bodyPr anchor="t">
            <a:normAutofit/>
          </a:bodyPr>
          <a:lstStyle>
            <a:lvl1pPr algn="ctr">
              <a:lnSpc>
                <a:spcPct val="110000"/>
              </a:lnSpc>
              <a:defRPr sz="2200" b="0" i="0" cap="all" baseline="0">
                <a:solidFill>
                  <a:schemeClr val="tx1"/>
                </a:solidFill>
                <a:latin typeface="+mn-lt"/>
                <a:cs typeface="Segoe UI" panose="020B0502040204020203" pitchFamily="34" charset="0"/>
              </a:defRPr>
            </a:lvl1pPr>
          </a:lstStyle>
          <a:p>
            <a:r>
              <a:rPr lang="en-US"/>
              <a:t>Click to edit Master title style</a:t>
            </a:r>
          </a:p>
        </p:txBody>
      </p:sp>
      <p:sp>
        <p:nvSpPr>
          <p:cNvPr id="7" name="Footer Placeholder 6">
            <a:extLst>
              <a:ext uri="{FF2B5EF4-FFF2-40B4-BE49-F238E27FC236}">
                <a16:creationId xmlns:a16="http://schemas.microsoft.com/office/drawing/2014/main" id="{06FF8955-81FF-5C9E-4367-C787FEB7E923}"/>
              </a:ext>
            </a:extLst>
          </p:cNvPr>
          <p:cNvSpPr>
            <a:spLocks noGrp="1"/>
          </p:cNvSpPr>
          <p:nvPr>
            <p:ph type="ftr" sz="quarter" idx="15"/>
          </p:nvPr>
        </p:nvSpPr>
        <p:spPr>
          <a:xfrm>
            <a:off x="381000" y="158982"/>
            <a:ext cx="3200400" cy="365125"/>
          </a:xfrm>
        </p:spPr>
        <p:txBody>
          <a:bodyPr/>
          <a:lstStyle/>
          <a:p>
            <a:r>
              <a:rPr lang="en-US"/>
              <a:t>Sample Footer Text</a:t>
            </a:r>
          </a:p>
        </p:txBody>
      </p:sp>
      <p:sp>
        <p:nvSpPr>
          <p:cNvPr id="6" name="Date Placeholder 5">
            <a:extLst>
              <a:ext uri="{FF2B5EF4-FFF2-40B4-BE49-F238E27FC236}">
                <a16:creationId xmlns:a16="http://schemas.microsoft.com/office/drawing/2014/main" id="{AE8E656D-8CAF-0BA1-21A3-D813F0C299AC}"/>
              </a:ext>
            </a:extLst>
          </p:cNvPr>
          <p:cNvSpPr>
            <a:spLocks noGrp="1"/>
          </p:cNvSpPr>
          <p:nvPr>
            <p:ph type="dt" sz="half" idx="14"/>
          </p:nvPr>
        </p:nvSpPr>
        <p:spPr>
          <a:xfrm>
            <a:off x="9525000" y="152400"/>
            <a:ext cx="1800171" cy="365125"/>
          </a:xfrm>
        </p:spPr>
        <p:txBody>
          <a:bodyPr/>
          <a:lstStyle/>
          <a:p>
            <a:fld id="{AA89B688-F09F-4C61-9A92-2CA81DD59D31}" type="datetime1">
              <a:rPr lang="en-US" smtClean="0"/>
              <a:t>5/29/2026</a:t>
            </a:fld>
            <a:endParaRPr lang="en-US"/>
          </a:p>
        </p:txBody>
      </p:sp>
      <p:sp>
        <p:nvSpPr>
          <p:cNvPr id="11" name="Slide Number Placeholder 10">
            <a:extLst>
              <a:ext uri="{FF2B5EF4-FFF2-40B4-BE49-F238E27FC236}">
                <a16:creationId xmlns:a16="http://schemas.microsoft.com/office/drawing/2014/main" id="{08E1534F-67F4-FC39-959A-B960911FFF2A}"/>
              </a:ext>
            </a:extLst>
          </p:cNvPr>
          <p:cNvSpPr>
            <a:spLocks noGrp="1"/>
          </p:cNvSpPr>
          <p:nvPr>
            <p:ph type="sldNum" sz="quarter" idx="16"/>
          </p:nvPr>
        </p:nvSpPr>
        <p:spPr>
          <a:xfrm>
            <a:off x="11375694" y="152400"/>
            <a:ext cx="429207" cy="365125"/>
          </a:xfrm>
        </p:spPr>
        <p:txBody>
          <a:bodyPr/>
          <a:lstStyle/>
          <a:p>
            <a:fld id="{AEAA3239-9EA4-4A65-A281-97F994456D9F}" type="slidenum">
              <a:rPr lang="en-US" smtClean="0"/>
              <a:pPr/>
              <a:t>‹#›</a:t>
            </a:fld>
            <a:endParaRPr lang="en-US"/>
          </a:p>
        </p:txBody>
      </p:sp>
      <p:sp>
        <p:nvSpPr>
          <p:cNvPr id="10" name="Content Placeholder 6">
            <a:extLst>
              <a:ext uri="{FF2B5EF4-FFF2-40B4-BE49-F238E27FC236}">
                <a16:creationId xmlns:a16="http://schemas.microsoft.com/office/drawing/2014/main" id="{C93864AC-1E34-CDBA-AC5E-F572F13532E7}"/>
              </a:ext>
            </a:extLst>
          </p:cNvPr>
          <p:cNvSpPr>
            <a:spLocks noGrp="1"/>
          </p:cNvSpPr>
          <p:nvPr>
            <p:ph sz="quarter" idx="13" hasCustomPrompt="1"/>
          </p:nvPr>
        </p:nvSpPr>
        <p:spPr>
          <a:xfrm>
            <a:off x="609601" y="1219200"/>
            <a:ext cx="10972800" cy="4334435"/>
          </a:xfrm>
        </p:spPr>
        <p:txBody>
          <a:bodyPr anchor="ctr">
            <a:normAutofit/>
          </a:bodyPr>
          <a:lstStyle>
            <a:lvl1pPr marL="0" indent="0" algn="ctr">
              <a:lnSpc>
                <a:spcPct val="90000"/>
              </a:lnSpc>
              <a:buNone/>
              <a:defRPr sz="28000" b="0" i="0">
                <a:solidFill>
                  <a:schemeClr val="tx1"/>
                </a:solidFill>
                <a:latin typeface="+mj-lt"/>
                <a:cs typeface="Biome" panose="020B0503030204020804" pitchFamily="34" charset="0"/>
              </a:defRPr>
            </a:lvl1pPr>
          </a:lstStyle>
          <a:p>
            <a:pPr lvl="0"/>
            <a:r>
              <a:rPr lang="en-US"/>
              <a:t>##%</a:t>
            </a:r>
          </a:p>
        </p:txBody>
      </p:sp>
    </p:spTree>
    <p:extLst>
      <p:ext uri="{BB962C8B-B14F-4D97-AF65-F5344CB8AC3E}">
        <p14:creationId xmlns:p14="http://schemas.microsoft.com/office/powerpoint/2010/main" val="76523560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bg1"/>
        </a:solidFill>
        <a:effectLst/>
      </p:bgPr>
    </p:bg>
    <p:spTree>
      <p:nvGrpSpPr>
        <p:cNvPr id="1" name=""/>
        <p:cNvGrpSpPr/>
        <p:nvPr/>
      </p:nvGrpSpPr>
      <p:grpSpPr>
        <a:xfrm>
          <a:off x="0" y="0"/>
          <a:ext cx="0" cy="0"/>
          <a:chOff x="0" y="0"/>
          <a:chExt cx="0" cy="0"/>
        </a:xfrm>
      </p:grpSpPr>
      <p:pic>
        <p:nvPicPr>
          <p:cNvPr id="17" name="Picture 16" descr="A close up of a pink and blue background&#10;&#10;AI-generated content may be incorrect.">
            <a:extLst>
              <a:ext uri="{FF2B5EF4-FFF2-40B4-BE49-F238E27FC236}">
                <a16:creationId xmlns:a16="http://schemas.microsoft.com/office/drawing/2014/main" id="{EE26E3E4-C73C-05B3-5F0F-3D152F526F6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715"/>
            <a:ext cx="12188952" cy="6856285"/>
          </a:xfrm>
          <a:prstGeom prst="rect">
            <a:avLst/>
          </a:prstGeom>
        </p:spPr>
      </p:pic>
      <p:pic>
        <p:nvPicPr>
          <p:cNvPr id="8" name="Graphic 7">
            <a:extLst>
              <a:ext uri="{FF2B5EF4-FFF2-40B4-BE49-F238E27FC236}">
                <a16:creationId xmlns:a16="http://schemas.microsoft.com/office/drawing/2014/main" id="{0A565F90-9406-D8D9-2A7A-FB8CA7E9789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10" name="Title 9">
            <a:extLst>
              <a:ext uri="{FF2B5EF4-FFF2-40B4-BE49-F238E27FC236}">
                <a16:creationId xmlns:a16="http://schemas.microsoft.com/office/drawing/2014/main" id="{9733436F-DF03-C037-5141-6E90FCA81FA9}"/>
              </a:ext>
            </a:extLst>
          </p:cNvPr>
          <p:cNvSpPr>
            <a:spLocks noGrp="1"/>
          </p:cNvSpPr>
          <p:nvPr>
            <p:ph type="title"/>
          </p:nvPr>
        </p:nvSpPr>
        <p:spPr>
          <a:xfrm>
            <a:off x="4724400" y="5029201"/>
            <a:ext cx="6858000" cy="1059806"/>
          </a:xfrm>
        </p:spPr>
        <p:txBody>
          <a:bodyPr anchor="ctr"/>
          <a:lstStyle>
            <a:lvl1pPr>
              <a:lnSpc>
                <a:spcPct val="110000"/>
              </a:lnSpc>
              <a:defRPr sz="2200">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A3ADBA34-7E08-D5CF-9B8C-ABC3777215BC}"/>
              </a:ext>
            </a:extLst>
          </p:cNvPr>
          <p:cNvSpPr>
            <a:spLocks noGrp="1"/>
          </p:cNvSpPr>
          <p:nvPr>
            <p:ph sz="quarter" idx="17" hasCustomPrompt="1"/>
          </p:nvPr>
        </p:nvSpPr>
        <p:spPr>
          <a:xfrm>
            <a:off x="609600" y="1066800"/>
            <a:ext cx="10972800" cy="4041648"/>
          </a:xfrm>
        </p:spPr>
        <p:txBody>
          <a:bodyPr anchor="ctr"/>
          <a:lstStyle>
            <a:lvl1pPr>
              <a:lnSpc>
                <a:spcPct val="90000"/>
              </a:lnSpc>
              <a:defRPr sz="32000">
                <a:latin typeface="+mj-lt"/>
              </a:defRPr>
            </a:lvl1pPr>
          </a:lstStyle>
          <a:p>
            <a:pPr lvl="0"/>
            <a:r>
              <a:rPr lang="en-US"/>
              <a:t>##%</a:t>
            </a:r>
          </a:p>
        </p:txBody>
      </p:sp>
      <p:sp>
        <p:nvSpPr>
          <p:cNvPr id="3" name="Footer Placeholder 2">
            <a:extLst>
              <a:ext uri="{FF2B5EF4-FFF2-40B4-BE49-F238E27FC236}">
                <a16:creationId xmlns:a16="http://schemas.microsoft.com/office/drawing/2014/main" id="{33231733-5D4C-7A42-4F95-61D85EEAF5F5}"/>
              </a:ext>
            </a:extLst>
          </p:cNvPr>
          <p:cNvSpPr>
            <a:spLocks noGrp="1"/>
          </p:cNvSpPr>
          <p:nvPr>
            <p:ph type="ftr" sz="quarter" idx="15"/>
          </p:nvPr>
        </p:nvSpPr>
        <p:spPr/>
        <p:txBody>
          <a:bodyPr/>
          <a:lstStyle/>
          <a:p>
            <a:r>
              <a:rPr lang="en-US"/>
              <a:t>Sample Footer Text</a:t>
            </a:r>
          </a:p>
        </p:txBody>
      </p:sp>
      <p:sp>
        <p:nvSpPr>
          <p:cNvPr id="2" name="Date Placeholder 1">
            <a:extLst>
              <a:ext uri="{FF2B5EF4-FFF2-40B4-BE49-F238E27FC236}">
                <a16:creationId xmlns:a16="http://schemas.microsoft.com/office/drawing/2014/main" id="{56416323-93D8-EC57-3DB5-CC2794D1BC38}"/>
              </a:ext>
            </a:extLst>
          </p:cNvPr>
          <p:cNvSpPr>
            <a:spLocks noGrp="1"/>
          </p:cNvSpPr>
          <p:nvPr>
            <p:ph type="dt" sz="half" idx="14"/>
          </p:nvPr>
        </p:nvSpPr>
        <p:spPr/>
        <p:txBody>
          <a:bodyPr/>
          <a:lstStyle/>
          <a:p>
            <a:fld id="{F63CDAA8-9F7B-4645-8329-94310E4EEA86}" type="datetime1">
              <a:rPr lang="en-US" smtClean="0"/>
              <a:t>5/29/2026</a:t>
            </a:fld>
            <a:endParaRPr lang="en-US"/>
          </a:p>
        </p:txBody>
      </p:sp>
      <p:sp>
        <p:nvSpPr>
          <p:cNvPr id="4" name="Slide Number Placeholder 3">
            <a:extLst>
              <a:ext uri="{FF2B5EF4-FFF2-40B4-BE49-F238E27FC236}">
                <a16:creationId xmlns:a16="http://schemas.microsoft.com/office/drawing/2014/main" id="{E0ECA7AA-A42C-BDBA-AA41-F842F560A9F1}"/>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67187249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Number Large 4">
    <p:bg>
      <p:bgRef idx="1001">
        <a:schemeClr val="bg1"/>
      </p:bgRef>
    </p:bg>
    <p:spTree>
      <p:nvGrpSpPr>
        <p:cNvPr id="1" name=""/>
        <p:cNvGrpSpPr/>
        <p:nvPr/>
      </p:nvGrpSpPr>
      <p:grpSpPr>
        <a:xfrm>
          <a:off x="0" y="0"/>
          <a:ext cx="0" cy="0"/>
          <a:chOff x="0" y="0"/>
          <a:chExt cx="0" cy="0"/>
        </a:xfrm>
      </p:grpSpPr>
      <p:pic>
        <p:nvPicPr>
          <p:cNvPr id="13" name="Picture 12" descr="A blue and pink gradient&#10;&#10;AI-generated content may be incorrect.">
            <a:extLst>
              <a:ext uri="{FF2B5EF4-FFF2-40B4-BE49-F238E27FC236}">
                <a16:creationId xmlns:a16="http://schemas.microsoft.com/office/drawing/2014/main" id="{B7C75419-CE9A-C722-14D8-AEB75E4273A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Graphic 7">
            <a:extLst>
              <a:ext uri="{FF2B5EF4-FFF2-40B4-BE49-F238E27FC236}">
                <a16:creationId xmlns:a16="http://schemas.microsoft.com/office/drawing/2014/main" id="{BF766998-B646-F579-CEC0-CC818F8ADF79}"/>
              </a:ext>
            </a:extLst>
          </p:cNvPr>
          <p:cNvSpPr/>
          <p:nvPr/>
        </p:nvSpPr>
        <p:spPr>
          <a:xfrm rot="10800000">
            <a:off x="898" y="0"/>
            <a:ext cx="12185643" cy="6858000"/>
          </a:xfrm>
          <a:custGeom>
            <a:avLst/>
            <a:gdLst>
              <a:gd name="connsiteX0" fmla="*/ 12185643 w 12185643"/>
              <a:gd name="connsiteY0" fmla="*/ 6858000 h 6858000"/>
              <a:gd name="connsiteX1" fmla="*/ 0 w 12185643"/>
              <a:gd name="connsiteY1" fmla="*/ 6858000 h 6858000"/>
              <a:gd name="connsiteX2" fmla="*/ 0 w 12185643"/>
              <a:gd name="connsiteY2" fmla="*/ 0 h 6858000"/>
              <a:gd name="connsiteX3" fmla="*/ 12185643 w 12185643"/>
              <a:gd name="connsiteY3" fmla="*/ 0 h 6858000"/>
              <a:gd name="connsiteX4" fmla="*/ 12185643 w 12185643"/>
              <a:gd name="connsiteY4" fmla="*/ 6858000 h 6858000"/>
              <a:gd name="connsiteX5" fmla="*/ 501389 w 12185643"/>
              <a:gd name="connsiteY5" fmla="*/ 694246 h 6858000"/>
              <a:gd name="connsiteX6" fmla="*/ 152321 w 12185643"/>
              <a:gd name="connsiteY6" fmla="*/ 1043496 h 6858000"/>
              <a:gd name="connsiteX7" fmla="*/ 152321 w 12185643"/>
              <a:gd name="connsiteY7" fmla="*/ 6356350 h 6858000"/>
              <a:gd name="connsiteX8" fmla="*/ 501389 w 12185643"/>
              <a:gd name="connsiteY8" fmla="*/ 6705600 h 6858000"/>
              <a:gd name="connsiteX9" fmla="*/ 11684254 w 12185643"/>
              <a:gd name="connsiteY9" fmla="*/ 6705600 h 6858000"/>
              <a:gd name="connsiteX10" fmla="*/ 12033323 w 12185643"/>
              <a:gd name="connsiteY10" fmla="*/ 6356350 h 6858000"/>
              <a:gd name="connsiteX11" fmla="*/ 12033323 w 12185643"/>
              <a:gd name="connsiteY11" fmla="*/ 1043496 h 6858000"/>
              <a:gd name="connsiteX12" fmla="*/ 11684254 w 12185643"/>
              <a:gd name="connsiteY12" fmla="*/ 694246 h 6858000"/>
              <a:gd name="connsiteX13" fmla="*/ 501389 w 12185643"/>
              <a:gd name="connsiteY13" fmla="*/ 6942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85643" h="6858000">
                <a:moveTo>
                  <a:pt x="12185643" y="6858000"/>
                </a:moveTo>
                <a:lnTo>
                  <a:pt x="0" y="6858000"/>
                </a:lnTo>
                <a:lnTo>
                  <a:pt x="0" y="0"/>
                </a:lnTo>
                <a:lnTo>
                  <a:pt x="12185643" y="0"/>
                </a:lnTo>
                <a:lnTo>
                  <a:pt x="12185643" y="6858000"/>
                </a:lnTo>
                <a:close/>
                <a:moveTo>
                  <a:pt x="501389" y="694246"/>
                </a:moveTo>
                <a:cubicBezTo>
                  <a:pt x="308604" y="694246"/>
                  <a:pt x="152321" y="850608"/>
                  <a:pt x="152321" y="1043496"/>
                </a:cubicBezTo>
                <a:lnTo>
                  <a:pt x="152321" y="6356350"/>
                </a:lnTo>
                <a:cubicBezTo>
                  <a:pt x="152321" y="6549263"/>
                  <a:pt x="308604" y="6705600"/>
                  <a:pt x="501389" y="6705600"/>
                </a:cubicBezTo>
                <a:lnTo>
                  <a:pt x="11684254" y="6705600"/>
                </a:lnTo>
                <a:cubicBezTo>
                  <a:pt x="11877067" y="6705600"/>
                  <a:pt x="12033323" y="6549263"/>
                  <a:pt x="12033323" y="6356350"/>
                </a:cubicBezTo>
                <a:lnTo>
                  <a:pt x="12033323" y="1043496"/>
                </a:lnTo>
                <a:cubicBezTo>
                  <a:pt x="12033323" y="850608"/>
                  <a:pt x="11877067" y="694246"/>
                  <a:pt x="11684254" y="694246"/>
                </a:cubicBezTo>
                <a:lnTo>
                  <a:pt x="501389" y="694246"/>
                </a:lnTo>
                <a:close/>
              </a:path>
            </a:pathLst>
          </a:custGeom>
          <a:solidFill>
            <a:schemeClr val="bg1"/>
          </a:solidFill>
          <a:ln w="6347" cap="flat">
            <a:noFill/>
            <a:prstDash val="solid"/>
            <a:miter/>
          </a:ln>
        </p:spPr>
        <p:txBody>
          <a:bodyPr rtlCol="0" anchor="ctr"/>
          <a:lstStyle/>
          <a:p>
            <a:endParaRPr lang="en-US">
              <a:solidFill>
                <a:schemeClr val="tx1"/>
              </a:solidFill>
            </a:endParaRPr>
          </a:p>
        </p:txBody>
      </p:sp>
      <p:sp>
        <p:nvSpPr>
          <p:cNvPr id="11" name="Title 10">
            <a:extLst>
              <a:ext uri="{FF2B5EF4-FFF2-40B4-BE49-F238E27FC236}">
                <a16:creationId xmlns:a16="http://schemas.microsoft.com/office/drawing/2014/main" id="{E0ABE5B9-4225-A306-2DAC-75E06A7BC64C}"/>
              </a:ext>
            </a:extLst>
          </p:cNvPr>
          <p:cNvSpPr>
            <a:spLocks noGrp="1"/>
          </p:cNvSpPr>
          <p:nvPr>
            <p:ph type="title"/>
          </p:nvPr>
        </p:nvSpPr>
        <p:spPr>
          <a:xfrm>
            <a:off x="604838" y="4730435"/>
            <a:ext cx="8234362" cy="908365"/>
          </a:xfrm>
        </p:spPr>
        <p:txBody>
          <a:bodyPr>
            <a:normAutofit/>
          </a:bodyPr>
          <a:lstStyle>
            <a:lvl1pPr>
              <a:lnSpc>
                <a:spcPct val="110000"/>
              </a:lnSpc>
              <a:defRPr sz="2400">
                <a:latin typeface="+mn-lt"/>
              </a:defRPr>
            </a:lvl1pPr>
          </a:lstStyle>
          <a:p>
            <a:r>
              <a:rPr lang="en-US"/>
              <a:t>Click to edit Master title style</a:t>
            </a:r>
          </a:p>
        </p:txBody>
      </p:sp>
      <p:sp>
        <p:nvSpPr>
          <p:cNvPr id="9" name="Content Placeholder 8">
            <a:extLst>
              <a:ext uri="{FF2B5EF4-FFF2-40B4-BE49-F238E27FC236}">
                <a16:creationId xmlns:a16="http://schemas.microsoft.com/office/drawing/2014/main" id="{37C34C59-51DE-1A41-1297-289A4EEC9610}"/>
              </a:ext>
            </a:extLst>
          </p:cNvPr>
          <p:cNvSpPr>
            <a:spLocks noGrp="1"/>
          </p:cNvSpPr>
          <p:nvPr>
            <p:ph sz="quarter" idx="17" hasCustomPrompt="1"/>
          </p:nvPr>
        </p:nvSpPr>
        <p:spPr>
          <a:xfrm>
            <a:off x="604838" y="838200"/>
            <a:ext cx="11199812" cy="3657600"/>
          </a:xfrm>
        </p:spPr>
        <p:txBody>
          <a:bodyPr/>
          <a:lstStyle>
            <a:lvl1pPr>
              <a:lnSpc>
                <a:spcPct val="90000"/>
              </a:lnSpc>
              <a:defRPr sz="27800">
                <a:latin typeface="+mj-lt"/>
              </a:defRPr>
            </a:lvl1pPr>
          </a:lstStyle>
          <a:p>
            <a:pPr lvl="0"/>
            <a:r>
              <a:rPr lang="en-US"/>
              <a:t>##%</a:t>
            </a:r>
          </a:p>
        </p:txBody>
      </p:sp>
      <p:sp>
        <p:nvSpPr>
          <p:cNvPr id="4" name="Footer Placeholder 3">
            <a:extLst>
              <a:ext uri="{FF2B5EF4-FFF2-40B4-BE49-F238E27FC236}">
                <a16:creationId xmlns:a16="http://schemas.microsoft.com/office/drawing/2014/main" id="{807D394B-A85B-3F18-7A00-F6903DB9D2C0}"/>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74D33632-66A2-3497-6DB8-C0BAE37B2ED2}"/>
              </a:ext>
            </a:extLst>
          </p:cNvPr>
          <p:cNvSpPr>
            <a:spLocks noGrp="1"/>
          </p:cNvSpPr>
          <p:nvPr>
            <p:ph type="dt" sz="half" idx="14"/>
          </p:nvPr>
        </p:nvSpPr>
        <p:spPr/>
        <p:txBody>
          <a:bodyPr/>
          <a:lstStyle>
            <a:lvl1pPr>
              <a:defRPr>
                <a:solidFill>
                  <a:schemeClr val="tx1"/>
                </a:solidFill>
              </a:defRPr>
            </a:lvl1pPr>
          </a:lstStyle>
          <a:p>
            <a:fld id="{16526853-16CC-4CE7-A9AF-BD3A8D7C423E}" type="datetime1">
              <a:rPr lang="en-US" smtClean="0"/>
              <a:t>5/29/2026</a:t>
            </a:fld>
            <a:endParaRPr lang="en-US"/>
          </a:p>
        </p:txBody>
      </p:sp>
      <p:sp>
        <p:nvSpPr>
          <p:cNvPr id="5" name="Slide Number Placeholder 4">
            <a:extLst>
              <a:ext uri="{FF2B5EF4-FFF2-40B4-BE49-F238E27FC236}">
                <a16:creationId xmlns:a16="http://schemas.microsoft.com/office/drawing/2014/main" id="{3CD18E61-F2C7-CBF8-114B-A1C90515377C}"/>
              </a:ext>
            </a:extLst>
          </p:cNvPr>
          <p:cNvSpPr>
            <a:spLocks noGrp="1"/>
          </p:cNvSpPr>
          <p:nvPr>
            <p:ph type="sldNum" sz="quarter" idx="16"/>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268718294"/>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tatement">
    <p:bg>
      <p:bgRef idx="1001">
        <a:schemeClr val="bg1"/>
      </p:bgRef>
    </p:bg>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CEC02AF0-2629-8770-A541-3F1617189E1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itle 1">
            <a:extLst>
              <a:ext uri="{FF2B5EF4-FFF2-40B4-BE49-F238E27FC236}">
                <a16:creationId xmlns:a16="http://schemas.microsoft.com/office/drawing/2014/main" id="{D9950417-35F4-F816-8A7A-09C28E5F63A3}"/>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9" name="Content Placeholder 6">
            <a:extLst>
              <a:ext uri="{FF2B5EF4-FFF2-40B4-BE49-F238E27FC236}">
                <a16:creationId xmlns:a16="http://schemas.microsoft.com/office/drawing/2014/main" id="{85FC488E-5BA5-381F-F5F2-7A6D1B220906}"/>
              </a:ext>
            </a:extLst>
          </p:cNvPr>
          <p:cNvSpPr>
            <a:spLocks noGrp="1"/>
          </p:cNvSpPr>
          <p:nvPr>
            <p:ph sz="quarter" idx="13" hasCustomPrompt="1"/>
          </p:nvPr>
        </p:nvSpPr>
        <p:spPr>
          <a:xfrm>
            <a:off x="381000" y="685800"/>
            <a:ext cx="11430000" cy="5486400"/>
          </a:xfrm>
        </p:spPr>
        <p:txBody>
          <a:bodyPr anchor="t">
            <a:normAutofit/>
          </a:bodyPr>
          <a:lstStyle>
            <a:lvl1pPr marL="0" indent="0">
              <a:lnSpc>
                <a:spcPct val="90000"/>
              </a:lnSpc>
              <a:buNone/>
              <a:defRPr sz="8000" b="0">
                <a:solidFill>
                  <a:schemeClr val="tx1"/>
                </a:solidFill>
              </a:defRPr>
            </a:lvl1pPr>
            <a:lvl2pPr marL="228600" indent="0">
              <a:lnSpc>
                <a:spcPct val="90000"/>
              </a:lnSpc>
              <a:buNone/>
              <a:defRPr sz="7200" b="0">
                <a:solidFill>
                  <a:schemeClr val="tx1"/>
                </a:solidFill>
              </a:defRPr>
            </a:lvl2pPr>
            <a:lvl3pPr marL="457200" indent="0">
              <a:lnSpc>
                <a:spcPct val="90000"/>
              </a:lnSpc>
              <a:buNone/>
              <a:defRPr sz="6600" b="0">
                <a:solidFill>
                  <a:schemeClr val="tx1"/>
                </a:solidFill>
              </a:defRPr>
            </a:lvl3pPr>
            <a:lvl4pPr marL="685800" indent="0">
              <a:lnSpc>
                <a:spcPct val="90000"/>
              </a:lnSpc>
              <a:buNone/>
              <a:defRPr sz="6000" b="0">
                <a:solidFill>
                  <a:schemeClr val="tx1"/>
                </a:solidFill>
              </a:defRPr>
            </a:lvl4pPr>
            <a:lvl5pPr marL="914400" indent="0">
              <a:lnSpc>
                <a:spcPct val="90000"/>
              </a:lnSpc>
              <a:buNone/>
              <a:defRPr sz="5400" b="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32B6F9AB-D139-2C1F-00CB-9691DC19D504}"/>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2" name="Date Placeholder 1">
            <a:extLst>
              <a:ext uri="{FF2B5EF4-FFF2-40B4-BE49-F238E27FC236}">
                <a16:creationId xmlns:a16="http://schemas.microsoft.com/office/drawing/2014/main" id="{9E16E803-3D9A-FF7D-784D-8A8F6C972030}"/>
              </a:ext>
            </a:extLst>
          </p:cNvPr>
          <p:cNvSpPr>
            <a:spLocks noGrp="1"/>
          </p:cNvSpPr>
          <p:nvPr>
            <p:ph type="dt" sz="half" idx="14"/>
          </p:nvPr>
        </p:nvSpPr>
        <p:spPr/>
        <p:txBody>
          <a:bodyPr/>
          <a:lstStyle>
            <a:lvl1pPr>
              <a:defRPr>
                <a:solidFill>
                  <a:schemeClr val="tx1"/>
                </a:solidFill>
              </a:defRPr>
            </a:lvl1pPr>
          </a:lstStyle>
          <a:p>
            <a:fld id="{79FABA54-3606-4DB2-A3C5-C9BC57FB1305}" type="datetime1">
              <a:rPr lang="en-US" smtClean="0"/>
              <a:t>5/29/2026</a:t>
            </a:fld>
            <a:endParaRPr lang="en-US"/>
          </a:p>
        </p:txBody>
      </p:sp>
      <p:sp>
        <p:nvSpPr>
          <p:cNvPr id="4" name="Slide Number Placeholder 3">
            <a:extLst>
              <a:ext uri="{FF2B5EF4-FFF2-40B4-BE49-F238E27FC236}">
                <a16:creationId xmlns:a16="http://schemas.microsoft.com/office/drawing/2014/main" id="{1D8D7C72-3429-AAA8-654F-344ED902B91D}"/>
              </a:ext>
            </a:extLst>
          </p:cNvPr>
          <p:cNvSpPr>
            <a:spLocks noGrp="1"/>
          </p:cNvSpPr>
          <p:nvPr>
            <p:ph type="sldNum" sz="quarter" idx="16"/>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061994107"/>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tatement 2">
    <p:bg>
      <p:bgPr>
        <a:solidFill>
          <a:schemeClr val="bg1"/>
        </a:solidFill>
        <a:effectLst/>
      </p:bgPr>
    </p:bg>
    <p:spTree>
      <p:nvGrpSpPr>
        <p:cNvPr id="1" name=""/>
        <p:cNvGrpSpPr/>
        <p:nvPr/>
      </p:nvGrpSpPr>
      <p:grpSpPr>
        <a:xfrm>
          <a:off x="0" y="0"/>
          <a:ext cx="0" cy="0"/>
          <a:chOff x="0" y="0"/>
          <a:chExt cx="0" cy="0"/>
        </a:xfrm>
      </p:grpSpPr>
      <p:pic>
        <p:nvPicPr>
          <p:cNvPr id="19" name="Picture 18" descr="A blurry image of a blue and pink color&#10;&#10;AI-generated content may be incorrect.">
            <a:extLst>
              <a:ext uri="{FF2B5EF4-FFF2-40B4-BE49-F238E27FC236}">
                <a16:creationId xmlns:a16="http://schemas.microsoft.com/office/drawing/2014/main" id="{CE7B6BE6-8C3C-A057-92EF-B4CC19C0A2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88952" cy="6856285"/>
          </a:xfrm>
          <a:prstGeom prst="rect">
            <a:avLst/>
          </a:prstGeom>
        </p:spPr>
      </p:pic>
      <p:pic>
        <p:nvPicPr>
          <p:cNvPr id="12" name="Graphic 11">
            <a:extLst>
              <a:ext uri="{FF2B5EF4-FFF2-40B4-BE49-F238E27FC236}">
                <a16:creationId xmlns:a16="http://schemas.microsoft.com/office/drawing/2014/main" id="{484A6C87-FE17-4FCA-F34C-3C6963EBAA79}"/>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9" name="Title 1">
            <a:extLst>
              <a:ext uri="{FF2B5EF4-FFF2-40B4-BE49-F238E27FC236}">
                <a16:creationId xmlns:a16="http://schemas.microsoft.com/office/drawing/2014/main" id="{DE31E7B3-0420-8F46-6F8C-BEC942469B7F}"/>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10" name="Content Placeholder 6">
            <a:extLst>
              <a:ext uri="{FF2B5EF4-FFF2-40B4-BE49-F238E27FC236}">
                <a16:creationId xmlns:a16="http://schemas.microsoft.com/office/drawing/2014/main" id="{DF3518DE-0793-421D-B1A4-28B056428663}"/>
              </a:ext>
            </a:extLst>
          </p:cNvPr>
          <p:cNvSpPr>
            <a:spLocks noGrp="1"/>
          </p:cNvSpPr>
          <p:nvPr>
            <p:ph sz="quarter" idx="13" hasCustomPrompt="1"/>
          </p:nvPr>
        </p:nvSpPr>
        <p:spPr>
          <a:xfrm>
            <a:off x="612648" y="1143000"/>
            <a:ext cx="10055352" cy="4572000"/>
          </a:xfrm>
        </p:spPr>
        <p:txBody>
          <a:bodyPr anchor="ctr">
            <a:normAutofit/>
          </a:bodyPr>
          <a:lstStyle>
            <a:lvl1pPr marL="0" indent="0">
              <a:lnSpc>
                <a:spcPct val="90000"/>
              </a:lnSpc>
              <a:buNone/>
              <a:defRPr sz="5500" b="0">
                <a:solidFill>
                  <a:schemeClr val="tx1"/>
                </a:solidFill>
              </a:defRPr>
            </a:lvl1pPr>
            <a:lvl2pPr marL="228600" indent="0">
              <a:lnSpc>
                <a:spcPct val="90000"/>
              </a:lnSpc>
              <a:buNone/>
              <a:defRPr sz="5500" b="0">
                <a:solidFill>
                  <a:schemeClr val="tx1"/>
                </a:solidFill>
              </a:defRPr>
            </a:lvl2pPr>
            <a:lvl3pPr marL="457200" indent="0">
              <a:lnSpc>
                <a:spcPct val="90000"/>
              </a:lnSpc>
              <a:buNone/>
              <a:defRPr sz="5500" b="0">
                <a:solidFill>
                  <a:schemeClr val="tx1"/>
                </a:solidFill>
              </a:defRPr>
            </a:lvl3pPr>
            <a:lvl4pPr marL="685800" indent="0">
              <a:lnSpc>
                <a:spcPct val="90000"/>
              </a:lnSpc>
              <a:buNone/>
              <a:defRPr sz="5500" b="0">
                <a:solidFill>
                  <a:schemeClr val="tx1"/>
                </a:solidFill>
              </a:defRPr>
            </a:lvl4pPr>
            <a:lvl5pPr marL="914400" indent="0">
              <a:lnSpc>
                <a:spcPct val="90000"/>
              </a:lnSpc>
              <a:buNone/>
              <a:defRPr sz="5500" b="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14" name="Footer Placeholder 10">
            <a:extLst>
              <a:ext uri="{FF2B5EF4-FFF2-40B4-BE49-F238E27FC236}">
                <a16:creationId xmlns:a16="http://schemas.microsoft.com/office/drawing/2014/main" id="{DEEE13FA-BDB3-D527-0B3C-C5CF32ACA10A}"/>
              </a:ext>
            </a:extLst>
          </p:cNvPr>
          <p:cNvSpPr>
            <a:spLocks noGrp="1"/>
          </p:cNvSpPr>
          <p:nvPr>
            <p:ph type="ftr" sz="quarter" idx="11"/>
          </p:nvPr>
        </p:nvSpPr>
        <p:spPr>
          <a:xfrm>
            <a:off x="381000" y="6310660"/>
            <a:ext cx="3200400" cy="365125"/>
          </a:xfrm>
        </p:spPr>
        <p:txBody>
          <a:bodyPr/>
          <a:lstStyle>
            <a:lvl1pPr>
              <a:defRPr>
                <a:solidFill>
                  <a:schemeClr val="tx1"/>
                </a:solidFill>
              </a:defRPr>
            </a:lvl1pPr>
          </a:lstStyle>
          <a:p>
            <a:r>
              <a:rPr lang="en-US"/>
              <a:t>Sample Footer Text</a:t>
            </a:r>
          </a:p>
        </p:txBody>
      </p:sp>
      <p:sp>
        <p:nvSpPr>
          <p:cNvPr id="13" name="Date Placeholder 5">
            <a:extLst>
              <a:ext uri="{FF2B5EF4-FFF2-40B4-BE49-F238E27FC236}">
                <a16:creationId xmlns:a16="http://schemas.microsoft.com/office/drawing/2014/main" id="{9C18FB6C-6208-7E69-D980-6941C96019C7}"/>
              </a:ext>
            </a:extLst>
          </p:cNvPr>
          <p:cNvSpPr>
            <a:spLocks noGrp="1"/>
          </p:cNvSpPr>
          <p:nvPr>
            <p:ph type="dt" sz="half" idx="10"/>
          </p:nvPr>
        </p:nvSpPr>
        <p:spPr>
          <a:xfrm>
            <a:off x="3631923" y="6310660"/>
            <a:ext cx="1800171" cy="365125"/>
          </a:xfrm>
        </p:spPr>
        <p:txBody>
          <a:bodyPr/>
          <a:lstStyle>
            <a:lvl1pPr>
              <a:defRPr>
                <a:solidFill>
                  <a:schemeClr val="tx1"/>
                </a:solidFill>
              </a:defRPr>
            </a:lvl1pPr>
          </a:lstStyle>
          <a:p>
            <a:fld id="{90184D01-E7A5-4C0A-ADFD-71C053AB9AA8}" type="datetime1">
              <a:rPr lang="en-US" smtClean="0"/>
              <a:t>5/29/2026</a:t>
            </a:fld>
            <a:endParaRPr lang="en-US"/>
          </a:p>
        </p:txBody>
      </p:sp>
      <p:sp>
        <p:nvSpPr>
          <p:cNvPr id="15" name="Slide Number Placeholder 11">
            <a:extLst>
              <a:ext uri="{FF2B5EF4-FFF2-40B4-BE49-F238E27FC236}">
                <a16:creationId xmlns:a16="http://schemas.microsoft.com/office/drawing/2014/main" id="{2974FB90-7208-DA12-99DF-FB0A622085E8}"/>
              </a:ext>
            </a:extLst>
          </p:cNvPr>
          <p:cNvSpPr>
            <a:spLocks noGrp="1"/>
          </p:cNvSpPr>
          <p:nvPr>
            <p:ph type="sldNum" sz="quarter" idx="12"/>
          </p:nvPr>
        </p:nvSpPr>
        <p:spPr>
          <a:xfrm>
            <a:off x="5482617" y="6310660"/>
            <a:ext cx="429207" cy="365125"/>
          </a:xfrm>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87006726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tatement 3">
    <p:bg>
      <p:bgPr>
        <a:solidFill>
          <a:schemeClr val="bg1"/>
        </a:solidFill>
        <a:effectLst/>
      </p:bgPr>
    </p:bg>
    <p:spTree>
      <p:nvGrpSpPr>
        <p:cNvPr id="1" name=""/>
        <p:cNvGrpSpPr/>
        <p:nvPr/>
      </p:nvGrpSpPr>
      <p:grpSpPr>
        <a:xfrm>
          <a:off x="0" y="0"/>
          <a:ext cx="0" cy="0"/>
          <a:chOff x="0" y="0"/>
          <a:chExt cx="0" cy="0"/>
        </a:xfrm>
      </p:grpSpPr>
      <p:pic>
        <p:nvPicPr>
          <p:cNvPr id="4" name="Picture 3" descr="A blue and pink gradient&#10;&#10;AI-generated content may be incorrect.">
            <a:extLst>
              <a:ext uri="{FF2B5EF4-FFF2-40B4-BE49-F238E27FC236}">
                <a16:creationId xmlns:a16="http://schemas.microsoft.com/office/drawing/2014/main" id="{491DCE33-DB86-6A68-46D1-E4311F42478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7" name="Graphic 6">
            <a:extLst>
              <a:ext uri="{FF2B5EF4-FFF2-40B4-BE49-F238E27FC236}">
                <a16:creationId xmlns:a16="http://schemas.microsoft.com/office/drawing/2014/main" id="{F1693B94-07E5-638F-52DB-3F8E8D06EF0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flipV="1">
            <a:off x="0" y="0"/>
            <a:ext cx="12192000" cy="6858000"/>
          </a:xfrm>
          <a:prstGeom prst="rect">
            <a:avLst/>
          </a:prstGeom>
        </p:spPr>
      </p:pic>
      <p:sp>
        <p:nvSpPr>
          <p:cNvPr id="9" name="Title 1">
            <a:extLst>
              <a:ext uri="{FF2B5EF4-FFF2-40B4-BE49-F238E27FC236}">
                <a16:creationId xmlns:a16="http://schemas.microsoft.com/office/drawing/2014/main" id="{83C00096-4D67-EB4A-EF93-D6958D6696FD}"/>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10" name="Content Placeholder 7">
            <a:extLst>
              <a:ext uri="{FF2B5EF4-FFF2-40B4-BE49-F238E27FC236}">
                <a16:creationId xmlns:a16="http://schemas.microsoft.com/office/drawing/2014/main" id="{31C17B51-C5D8-9FDA-8C32-6379D51D8EE1}"/>
              </a:ext>
            </a:extLst>
          </p:cNvPr>
          <p:cNvSpPr>
            <a:spLocks noGrp="1"/>
          </p:cNvSpPr>
          <p:nvPr>
            <p:ph sz="quarter" idx="14" hasCustomPrompt="1"/>
          </p:nvPr>
        </p:nvSpPr>
        <p:spPr>
          <a:xfrm>
            <a:off x="609600" y="1033272"/>
            <a:ext cx="10972800" cy="4782312"/>
          </a:xfrm>
        </p:spPr>
        <p:txBody>
          <a:bodyPr anchor="ctr">
            <a:noAutofit/>
          </a:bodyPr>
          <a:lstStyle>
            <a:lvl1pPr marL="0" indent="0">
              <a:lnSpc>
                <a:spcPct val="90000"/>
              </a:lnSpc>
              <a:buNone/>
              <a:defRPr sz="6400" b="0">
                <a:solidFill>
                  <a:schemeClr val="tx1"/>
                </a:solidFill>
              </a:defRPr>
            </a:lvl1pPr>
            <a:lvl2pPr marL="228600" indent="0">
              <a:lnSpc>
                <a:spcPct val="90000"/>
              </a:lnSpc>
              <a:buNone/>
              <a:defRPr sz="6400" b="0">
                <a:solidFill>
                  <a:schemeClr val="tx1"/>
                </a:solidFill>
              </a:defRPr>
            </a:lvl2pPr>
            <a:lvl3pPr marL="457200" indent="0">
              <a:lnSpc>
                <a:spcPct val="90000"/>
              </a:lnSpc>
              <a:buNone/>
              <a:defRPr sz="6400" b="0">
                <a:solidFill>
                  <a:schemeClr val="tx1"/>
                </a:solidFill>
              </a:defRPr>
            </a:lvl3pPr>
            <a:lvl4pPr marL="685800" indent="0">
              <a:lnSpc>
                <a:spcPct val="90000"/>
              </a:lnSpc>
              <a:buNone/>
              <a:defRPr sz="6400" b="0">
                <a:solidFill>
                  <a:schemeClr val="tx1"/>
                </a:solidFill>
              </a:defRPr>
            </a:lvl4pPr>
            <a:lvl5pPr marL="914400" indent="0">
              <a:lnSpc>
                <a:spcPct val="90000"/>
              </a:lnSpc>
              <a:buNone/>
              <a:defRPr sz="6400" b="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12" name="Footer Placeholder 10">
            <a:extLst>
              <a:ext uri="{FF2B5EF4-FFF2-40B4-BE49-F238E27FC236}">
                <a16:creationId xmlns:a16="http://schemas.microsoft.com/office/drawing/2014/main" id="{AA8A51AA-D903-8E6D-7A27-9C5C903CA8CD}"/>
              </a:ext>
            </a:extLst>
          </p:cNvPr>
          <p:cNvSpPr>
            <a:spLocks noGrp="1"/>
          </p:cNvSpPr>
          <p:nvPr>
            <p:ph type="ftr" sz="quarter" idx="11"/>
          </p:nvPr>
        </p:nvSpPr>
        <p:spPr>
          <a:xfrm>
            <a:off x="6280176" y="6310660"/>
            <a:ext cx="3200400" cy="365125"/>
          </a:xfrm>
        </p:spPr>
        <p:txBody>
          <a:bodyPr/>
          <a:lstStyle>
            <a:lvl1pPr>
              <a:defRPr>
                <a:solidFill>
                  <a:schemeClr val="tx1"/>
                </a:solidFill>
              </a:defRPr>
            </a:lvl1pPr>
          </a:lstStyle>
          <a:p>
            <a:r>
              <a:rPr lang="en-US"/>
              <a:t>Sample Footer Text</a:t>
            </a:r>
          </a:p>
        </p:txBody>
      </p:sp>
      <p:sp>
        <p:nvSpPr>
          <p:cNvPr id="11" name="Date Placeholder 5">
            <a:extLst>
              <a:ext uri="{FF2B5EF4-FFF2-40B4-BE49-F238E27FC236}">
                <a16:creationId xmlns:a16="http://schemas.microsoft.com/office/drawing/2014/main" id="{0E4B77C0-0757-7A67-1229-339B6B028EE8}"/>
              </a:ext>
            </a:extLst>
          </p:cNvPr>
          <p:cNvSpPr>
            <a:spLocks noGrp="1"/>
          </p:cNvSpPr>
          <p:nvPr>
            <p:ph type="dt" sz="half" idx="10"/>
          </p:nvPr>
        </p:nvSpPr>
        <p:spPr>
          <a:xfrm>
            <a:off x="9531099" y="6310660"/>
            <a:ext cx="1800171" cy="365125"/>
          </a:xfrm>
        </p:spPr>
        <p:txBody>
          <a:bodyPr/>
          <a:lstStyle>
            <a:lvl1pPr>
              <a:defRPr>
                <a:solidFill>
                  <a:schemeClr val="tx1"/>
                </a:solidFill>
              </a:defRPr>
            </a:lvl1pPr>
          </a:lstStyle>
          <a:p>
            <a:fld id="{0FF96A1B-4187-4BF0-ACB8-B38D515485E3}" type="datetime1">
              <a:rPr lang="en-US" smtClean="0"/>
              <a:t>5/29/2026</a:t>
            </a:fld>
            <a:endParaRPr lang="en-US"/>
          </a:p>
        </p:txBody>
      </p:sp>
      <p:sp>
        <p:nvSpPr>
          <p:cNvPr id="13" name="Slide Number Placeholder 11">
            <a:extLst>
              <a:ext uri="{FF2B5EF4-FFF2-40B4-BE49-F238E27FC236}">
                <a16:creationId xmlns:a16="http://schemas.microsoft.com/office/drawing/2014/main" id="{CE7C30F9-ABE8-80D2-2ACF-54336CEF09A9}"/>
              </a:ext>
            </a:extLst>
          </p:cNvPr>
          <p:cNvSpPr>
            <a:spLocks noGrp="1"/>
          </p:cNvSpPr>
          <p:nvPr>
            <p:ph type="sldNum" sz="quarter" idx="12"/>
          </p:nvPr>
        </p:nvSpPr>
        <p:spPr>
          <a:xfrm>
            <a:off x="11381793" y="6310660"/>
            <a:ext cx="429207" cy="365125"/>
          </a:xfrm>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46744046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tatement 4">
    <p:bg>
      <p:bgRef idx="1001">
        <a:schemeClr val="bg1"/>
      </p:bgRef>
    </p:bg>
    <p:spTree>
      <p:nvGrpSpPr>
        <p:cNvPr id="1" name=""/>
        <p:cNvGrpSpPr/>
        <p:nvPr/>
      </p:nvGrpSpPr>
      <p:grpSpPr>
        <a:xfrm>
          <a:off x="0" y="0"/>
          <a:ext cx="0" cy="0"/>
          <a:chOff x="0" y="0"/>
          <a:chExt cx="0" cy="0"/>
        </a:xfrm>
      </p:grpSpPr>
      <p:pic>
        <p:nvPicPr>
          <p:cNvPr id="15" name="Picture 14" descr="A close up of a pink and blue background&#10;&#10;AI-generated content may be incorrect.">
            <a:extLst>
              <a:ext uri="{FF2B5EF4-FFF2-40B4-BE49-F238E27FC236}">
                <a16:creationId xmlns:a16="http://schemas.microsoft.com/office/drawing/2014/main" id="{A952B0CF-23BF-A911-17B4-65E745DA692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lvl1pPr>
              <a:defRPr>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81000" y="685800"/>
            <a:ext cx="9372600" cy="5486400"/>
          </a:xfrm>
        </p:spPr>
        <p:txBody>
          <a:bodyPr vert="horz" lIns="91440" tIns="45720" rIns="91440" bIns="45720" rtlCol="0" anchor="ctr">
            <a:normAutofit/>
          </a:bodyPr>
          <a:lstStyle>
            <a:lvl1pPr marL="0" indent="0">
              <a:lnSpc>
                <a:spcPct val="90000"/>
              </a:lnSpc>
              <a:buNone/>
              <a:defRPr lang="en-US" sz="6600" b="0" dirty="0">
                <a:solidFill>
                  <a:schemeClr val="tx1"/>
                </a:solidFill>
              </a:defRPr>
            </a:lvl1pPr>
            <a:lvl2pPr marL="228600" indent="0">
              <a:lnSpc>
                <a:spcPct val="90000"/>
              </a:lnSpc>
              <a:buNone/>
              <a:defRPr lang="en-US" sz="6600" b="0" dirty="0">
                <a:solidFill>
                  <a:schemeClr val="tx1"/>
                </a:solidFill>
              </a:defRPr>
            </a:lvl2pPr>
            <a:lvl3pPr marL="457200" indent="0">
              <a:lnSpc>
                <a:spcPct val="90000"/>
              </a:lnSpc>
              <a:buNone/>
              <a:defRPr lang="en-US" sz="6600" b="0" dirty="0">
                <a:solidFill>
                  <a:schemeClr val="tx1"/>
                </a:solidFill>
              </a:defRPr>
            </a:lvl3pPr>
            <a:lvl4pPr marL="685800" indent="0">
              <a:lnSpc>
                <a:spcPct val="90000"/>
              </a:lnSpc>
              <a:buNone/>
              <a:defRPr lang="en-US" sz="6600" b="0" dirty="0">
                <a:solidFill>
                  <a:schemeClr val="tx1"/>
                </a:solidFill>
              </a:defRPr>
            </a:lvl4pPr>
            <a:lvl5pPr marL="914400" indent="0">
              <a:lnSpc>
                <a:spcPct val="90000"/>
              </a:lnSpc>
              <a:buNone/>
              <a:defRPr lang="en-US" sz="6600" b="0" dirty="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C503F50B-48B9-3C55-0C29-C87157D9F962}"/>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8" name="Date Placeholder 7">
            <a:extLst>
              <a:ext uri="{FF2B5EF4-FFF2-40B4-BE49-F238E27FC236}">
                <a16:creationId xmlns:a16="http://schemas.microsoft.com/office/drawing/2014/main" id="{ED5A1179-499E-2F89-CD63-EB8B1F4CAFB3}"/>
              </a:ext>
            </a:extLst>
          </p:cNvPr>
          <p:cNvSpPr>
            <a:spLocks noGrp="1"/>
          </p:cNvSpPr>
          <p:nvPr>
            <p:ph type="dt" sz="half" idx="14"/>
          </p:nvPr>
        </p:nvSpPr>
        <p:spPr/>
        <p:txBody>
          <a:bodyPr/>
          <a:lstStyle>
            <a:lvl1pPr>
              <a:defRPr>
                <a:solidFill>
                  <a:schemeClr val="tx1"/>
                </a:solidFill>
              </a:defRPr>
            </a:lvl1pPr>
          </a:lstStyle>
          <a:p>
            <a:fld id="{2E2580D3-CD71-4BE1-A781-3DDB093FCDC1}" type="datetime1">
              <a:rPr lang="en-US" smtClean="0"/>
              <a:t>5/29/2026</a:t>
            </a:fld>
            <a:endParaRPr lang="en-US"/>
          </a:p>
        </p:txBody>
      </p:sp>
      <p:sp>
        <p:nvSpPr>
          <p:cNvPr id="10" name="Slide Number Placeholder 9">
            <a:extLst>
              <a:ext uri="{FF2B5EF4-FFF2-40B4-BE49-F238E27FC236}">
                <a16:creationId xmlns:a16="http://schemas.microsoft.com/office/drawing/2014/main" id="{6C338948-5206-2009-502E-8521B0EB3190}"/>
              </a:ext>
            </a:extLst>
          </p:cNvPr>
          <p:cNvSpPr>
            <a:spLocks noGrp="1"/>
          </p:cNvSpPr>
          <p:nvPr>
            <p:ph type="sldNum" sz="quarter" idx="16"/>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81779692"/>
      </p:ext>
    </p:extLst>
  </p:cSld>
  <p:clrMapOvr>
    <a:overrideClrMapping bg1="lt1" tx1="dk1" bg2="lt2" tx2="dk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bg1"/>
        </a:solidFill>
        <a:effectLst/>
      </p:bgPr>
    </p:bg>
    <p:spTree>
      <p:nvGrpSpPr>
        <p:cNvPr id="1" name=""/>
        <p:cNvGrpSpPr/>
        <p:nvPr/>
      </p:nvGrpSpPr>
      <p:grpSpPr>
        <a:xfrm>
          <a:off x="0" y="0"/>
          <a:ext cx="0" cy="0"/>
          <a:chOff x="0" y="0"/>
          <a:chExt cx="0" cy="0"/>
        </a:xfrm>
      </p:grpSpPr>
      <p:pic>
        <p:nvPicPr>
          <p:cNvPr id="10" name="Picture 9" descr="A blurry image of a blue and pink gradient&#10;&#10;AI-generated content may be incorrect.">
            <a:extLst>
              <a:ext uri="{FF2B5EF4-FFF2-40B4-BE49-F238E27FC236}">
                <a16:creationId xmlns:a16="http://schemas.microsoft.com/office/drawing/2014/main" id="{18F0C9B0-AF1D-9CFD-7855-74E7CE9B3A9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itle 7">
            <a:extLst>
              <a:ext uri="{FF2B5EF4-FFF2-40B4-BE49-F238E27FC236}">
                <a16:creationId xmlns:a16="http://schemas.microsoft.com/office/drawing/2014/main" id="{74D1B34B-D7BF-2028-43E6-ED370A44C4A4}"/>
              </a:ext>
            </a:extLst>
          </p:cNvPr>
          <p:cNvSpPr>
            <a:spLocks noGrp="1"/>
          </p:cNvSpPr>
          <p:nvPr>
            <p:ph type="title" hasCustomPrompt="1"/>
          </p:nvPr>
        </p:nvSpPr>
        <p:spPr>
          <a:xfrm>
            <a:off x="1066800" y="4844735"/>
            <a:ext cx="5029200" cy="908365"/>
          </a:xfrm>
        </p:spPr>
        <p:txBody>
          <a:bodyPr>
            <a:normAutofit/>
          </a:bodyPr>
          <a:lstStyle>
            <a:lvl1pPr>
              <a:lnSpc>
                <a:spcPct val="120000"/>
              </a:lnSpc>
              <a:defRPr sz="2000" cap="all" baseline="0">
                <a:latin typeface="+mn-lt"/>
              </a:defRPr>
            </a:lvl1pPr>
          </a:lstStyle>
          <a:p>
            <a:r>
              <a:rPr lang="en-US"/>
              <a:t>Quote Author</a:t>
            </a:r>
          </a:p>
        </p:txBody>
      </p:sp>
      <p:sp>
        <p:nvSpPr>
          <p:cNvPr id="5" name="Content Placeholder 6">
            <a:extLst>
              <a:ext uri="{FF2B5EF4-FFF2-40B4-BE49-F238E27FC236}">
                <a16:creationId xmlns:a16="http://schemas.microsoft.com/office/drawing/2014/main" id="{1F645DC6-13F2-2059-DFE2-83FA308EE884}"/>
              </a:ext>
            </a:extLst>
          </p:cNvPr>
          <p:cNvSpPr>
            <a:spLocks noGrp="1"/>
          </p:cNvSpPr>
          <p:nvPr>
            <p:ph sz="quarter" idx="13" hasCustomPrompt="1"/>
          </p:nvPr>
        </p:nvSpPr>
        <p:spPr>
          <a:xfrm>
            <a:off x="1066800" y="1600200"/>
            <a:ext cx="9601200" cy="3200400"/>
          </a:xfrm>
        </p:spPr>
        <p:txBody>
          <a:bodyPr anchor="ctr">
            <a:normAutofit/>
          </a:bodyPr>
          <a:lstStyle>
            <a:lvl1pPr marL="164592" indent="-164592">
              <a:lnSpc>
                <a:spcPct val="100000"/>
              </a:lnSpc>
              <a:spcBef>
                <a:spcPts val="0"/>
              </a:spcBef>
              <a:buNone/>
              <a:defRPr sz="5400" b="0" i="0">
                <a:solidFill>
                  <a:schemeClr val="tx1"/>
                </a:solidFill>
                <a:latin typeface="+mj-lt"/>
                <a:cs typeface="Biome" panose="020B0503030204020804" pitchFamily="34" charset="0"/>
              </a:defRPr>
            </a:lvl1pPr>
          </a:lstStyle>
          <a:p>
            <a:pPr lvl="0"/>
            <a:r>
              <a:rPr lang="en-US"/>
              <a:t>Click to add Quote</a:t>
            </a:r>
          </a:p>
        </p:txBody>
      </p:sp>
      <p:sp>
        <p:nvSpPr>
          <p:cNvPr id="6" name="Footer Placeholder 5">
            <a:extLst>
              <a:ext uri="{FF2B5EF4-FFF2-40B4-BE49-F238E27FC236}">
                <a16:creationId xmlns:a16="http://schemas.microsoft.com/office/drawing/2014/main" id="{E3D509C4-DABE-4B7F-40EF-4DA2C790862E}"/>
              </a:ext>
            </a:extLst>
          </p:cNvPr>
          <p:cNvSpPr>
            <a:spLocks noGrp="1"/>
          </p:cNvSpPr>
          <p:nvPr>
            <p:ph type="ftr" sz="quarter" idx="15"/>
          </p:nvPr>
        </p:nvSpPr>
        <p:spPr/>
        <p:txBody>
          <a:bodyPr/>
          <a:lstStyle/>
          <a:p>
            <a:r>
              <a:rPr lang="en-US"/>
              <a:t>Sample Footer Text</a:t>
            </a:r>
          </a:p>
        </p:txBody>
      </p:sp>
      <p:sp>
        <p:nvSpPr>
          <p:cNvPr id="3" name="Date Placeholder 2">
            <a:extLst>
              <a:ext uri="{FF2B5EF4-FFF2-40B4-BE49-F238E27FC236}">
                <a16:creationId xmlns:a16="http://schemas.microsoft.com/office/drawing/2014/main" id="{B7F29BF7-2AD1-B9DE-EEC6-83A22292A1C6}"/>
              </a:ext>
            </a:extLst>
          </p:cNvPr>
          <p:cNvSpPr>
            <a:spLocks noGrp="1"/>
          </p:cNvSpPr>
          <p:nvPr>
            <p:ph type="dt" sz="half" idx="14"/>
          </p:nvPr>
        </p:nvSpPr>
        <p:spPr/>
        <p:txBody>
          <a:bodyPr/>
          <a:lstStyle/>
          <a:p>
            <a:fld id="{5DF875CC-B225-45D3-AD62-E4C3AC3A7F1F}" type="datetime1">
              <a:rPr lang="en-US" smtClean="0"/>
              <a:t>5/29/2026</a:t>
            </a:fld>
            <a:endParaRPr lang="en-US"/>
          </a:p>
        </p:txBody>
      </p:sp>
      <p:sp>
        <p:nvSpPr>
          <p:cNvPr id="7" name="Slide Number Placeholder 6">
            <a:extLst>
              <a:ext uri="{FF2B5EF4-FFF2-40B4-BE49-F238E27FC236}">
                <a16:creationId xmlns:a16="http://schemas.microsoft.com/office/drawing/2014/main" id="{7A93B82C-1E23-A361-E81B-EC0F4E0B205F}"/>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24824261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bg1"/>
        </a:solidFill>
        <a:effectLst/>
      </p:bgPr>
    </p:bg>
    <p:spTree>
      <p:nvGrpSpPr>
        <p:cNvPr id="1" name=""/>
        <p:cNvGrpSpPr/>
        <p:nvPr/>
      </p:nvGrpSpPr>
      <p:grpSpPr>
        <a:xfrm>
          <a:off x="0" y="0"/>
          <a:ext cx="0" cy="0"/>
          <a:chOff x="0" y="0"/>
          <a:chExt cx="0" cy="0"/>
        </a:xfrm>
      </p:grpSpPr>
      <p:pic>
        <p:nvPicPr>
          <p:cNvPr id="9" name="Picture 8" descr="A close up of a purple and pink background&#10;&#10;AI-generated content may be incorrect.">
            <a:extLst>
              <a:ext uri="{FF2B5EF4-FFF2-40B4-BE49-F238E27FC236}">
                <a16:creationId xmlns:a16="http://schemas.microsoft.com/office/drawing/2014/main" id="{09A46DC2-ADBE-3172-A0EF-A2567FA9E81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Graphic 7">
            <a:extLst>
              <a:ext uri="{FF2B5EF4-FFF2-40B4-BE49-F238E27FC236}">
                <a16:creationId xmlns:a16="http://schemas.microsoft.com/office/drawing/2014/main" id="{66A2100B-5C8E-46D9-F837-A55BB181D002}"/>
              </a:ext>
            </a:extLst>
          </p:cNvPr>
          <p:cNvSpPr/>
          <p:nvPr/>
        </p:nvSpPr>
        <p:spPr>
          <a:xfrm>
            <a:off x="2702" y="0"/>
            <a:ext cx="12185680" cy="6858000"/>
          </a:xfrm>
          <a:custGeom>
            <a:avLst/>
            <a:gdLst>
              <a:gd name="connsiteX0" fmla="*/ 12185680 w 12185680"/>
              <a:gd name="connsiteY0" fmla="*/ 6858000 h 6858000"/>
              <a:gd name="connsiteX1" fmla="*/ 0 w 12185680"/>
              <a:gd name="connsiteY1" fmla="*/ 6858000 h 6858000"/>
              <a:gd name="connsiteX2" fmla="*/ 0 w 12185680"/>
              <a:gd name="connsiteY2" fmla="*/ 0 h 6858000"/>
              <a:gd name="connsiteX3" fmla="*/ 12185680 w 12185680"/>
              <a:gd name="connsiteY3" fmla="*/ 0 h 6858000"/>
              <a:gd name="connsiteX4" fmla="*/ 12185680 w 12185680"/>
              <a:gd name="connsiteY4" fmla="*/ 6858000 h 6858000"/>
              <a:gd name="connsiteX5" fmla="*/ 1415314 w 12185680"/>
              <a:gd name="connsiteY5" fmla="*/ 152400 h 6858000"/>
              <a:gd name="connsiteX6" fmla="*/ 1066246 w 12185680"/>
              <a:gd name="connsiteY6" fmla="*/ 501650 h 6858000"/>
              <a:gd name="connsiteX7" fmla="*/ 1066246 w 12185680"/>
              <a:gd name="connsiteY7" fmla="*/ 1716595 h 6858000"/>
              <a:gd name="connsiteX8" fmla="*/ 717178 w 12185680"/>
              <a:gd name="connsiteY8" fmla="*/ 2065845 h 6858000"/>
              <a:gd name="connsiteX9" fmla="*/ 501389 w 12185680"/>
              <a:gd name="connsiteY9" fmla="*/ 2065845 h 6858000"/>
              <a:gd name="connsiteX10" fmla="*/ 152321 w 12185680"/>
              <a:gd name="connsiteY10" fmla="*/ 2415096 h 6858000"/>
              <a:gd name="connsiteX11" fmla="*/ 152321 w 12185680"/>
              <a:gd name="connsiteY11" fmla="*/ 6356350 h 6858000"/>
              <a:gd name="connsiteX12" fmla="*/ 501389 w 12185680"/>
              <a:gd name="connsiteY12" fmla="*/ 6705600 h 6858000"/>
              <a:gd name="connsiteX13" fmla="*/ 6657710 w 12185680"/>
              <a:gd name="connsiteY13" fmla="*/ 6705600 h 6858000"/>
              <a:gd name="connsiteX14" fmla="*/ 7006778 w 12185680"/>
              <a:gd name="connsiteY14" fmla="*/ 6356350 h 6858000"/>
              <a:gd name="connsiteX15" fmla="*/ 7006778 w 12185680"/>
              <a:gd name="connsiteY15" fmla="*/ 5615496 h 6858000"/>
              <a:gd name="connsiteX16" fmla="*/ 7355846 w 12185680"/>
              <a:gd name="connsiteY16" fmla="*/ 5266246 h 6858000"/>
              <a:gd name="connsiteX17" fmla="*/ 11684292 w 12185680"/>
              <a:gd name="connsiteY17" fmla="*/ 5266246 h 6858000"/>
              <a:gd name="connsiteX18" fmla="*/ 12033360 w 12185680"/>
              <a:gd name="connsiteY18" fmla="*/ 4916996 h 6858000"/>
              <a:gd name="connsiteX19" fmla="*/ 12033360 w 12185680"/>
              <a:gd name="connsiteY19" fmla="*/ 1043496 h 6858000"/>
              <a:gd name="connsiteX20" fmla="*/ 11684292 w 12185680"/>
              <a:gd name="connsiteY20" fmla="*/ 694246 h 6858000"/>
              <a:gd name="connsiteX21" fmla="*/ 10476261 w 12185680"/>
              <a:gd name="connsiteY21" fmla="*/ 694246 h 6858000"/>
              <a:gd name="connsiteX22" fmla="*/ 10205575 w 12185680"/>
              <a:gd name="connsiteY22" fmla="*/ 430318 h 6858000"/>
              <a:gd name="connsiteX23" fmla="*/ 10205385 w 12185680"/>
              <a:gd name="connsiteY23" fmla="*/ 416328 h 6858000"/>
              <a:gd name="connsiteX24" fmla="*/ 9934698 w 12185680"/>
              <a:gd name="connsiteY24" fmla="*/ 152400 h 6858000"/>
              <a:gd name="connsiteX25" fmla="*/ 1415314 w 12185680"/>
              <a:gd name="connsiteY25" fmla="*/ 1524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185680" h="6858000">
                <a:moveTo>
                  <a:pt x="12185680" y="6858000"/>
                </a:moveTo>
                <a:lnTo>
                  <a:pt x="0" y="6858000"/>
                </a:lnTo>
                <a:lnTo>
                  <a:pt x="0" y="0"/>
                </a:lnTo>
                <a:lnTo>
                  <a:pt x="12185680" y="0"/>
                </a:lnTo>
                <a:lnTo>
                  <a:pt x="12185680" y="6858000"/>
                </a:lnTo>
                <a:close/>
                <a:moveTo>
                  <a:pt x="1415314" y="152400"/>
                </a:moveTo>
                <a:cubicBezTo>
                  <a:pt x="1222527" y="152400"/>
                  <a:pt x="1066246" y="308764"/>
                  <a:pt x="1066246" y="501650"/>
                </a:cubicBezTo>
                <a:lnTo>
                  <a:pt x="1066246" y="1716595"/>
                </a:lnTo>
                <a:cubicBezTo>
                  <a:pt x="1066246" y="1909483"/>
                  <a:pt x="909959" y="2065845"/>
                  <a:pt x="717178" y="2065845"/>
                </a:cubicBezTo>
                <a:lnTo>
                  <a:pt x="501389" y="2065845"/>
                </a:lnTo>
                <a:cubicBezTo>
                  <a:pt x="308604" y="2065845"/>
                  <a:pt x="152321" y="2222208"/>
                  <a:pt x="152321" y="2415096"/>
                </a:cubicBezTo>
                <a:lnTo>
                  <a:pt x="152321" y="6356350"/>
                </a:lnTo>
                <a:cubicBezTo>
                  <a:pt x="152321" y="6549263"/>
                  <a:pt x="308604" y="6705600"/>
                  <a:pt x="501389" y="6705600"/>
                </a:cubicBezTo>
                <a:lnTo>
                  <a:pt x="6657710" y="6705600"/>
                </a:lnTo>
                <a:cubicBezTo>
                  <a:pt x="6850459" y="6705600"/>
                  <a:pt x="7006778" y="6549263"/>
                  <a:pt x="7006778" y="6356350"/>
                </a:cubicBezTo>
                <a:lnTo>
                  <a:pt x="7006778" y="5615496"/>
                </a:lnTo>
                <a:cubicBezTo>
                  <a:pt x="7006778" y="5422608"/>
                  <a:pt x="7163034" y="5266246"/>
                  <a:pt x="7355846" y="5266246"/>
                </a:cubicBezTo>
                <a:lnTo>
                  <a:pt x="11684292" y="5266246"/>
                </a:lnTo>
                <a:cubicBezTo>
                  <a:pt x="11877041" y="5266246"/>
                  <a:pt x="12033360" y="5109883"/>
                  <a:pt x="12033360" y="4916996"/>
                </a:cubicBezTo>
                <a:lnTo>
                  <a:pt x="12033360" y="1043496"/>
                </a:lnTo>
                <a:cubicBezTo>
                  <a:pt x="12033360" y="850608"/>
                  <a:pt x="11877041" y="694246"/>
                  <a:pt x="11684292" y="694246"/>
                </a:cubicBezTo>
                <a:lnTo>
                  <a:pt x="10476261" y="694246"/>
                </a:lnTo>
                <a:cubicBezTo>
                  <a:pt x="10329082" y="694246"/>
                  <a:pt x="10209256" y="576712"/>
                  <a:pt x="10205575" y="430318"/>
                </a:cubicBezTo>
                <a:lnTo>
                  <a:pt x="10205385" y="416328"/>
                </a:lnTo>
                <a:cubicBezTo>
                  <a:pt x="10201703" y="269934"/>
                  <a:pt x="10081941" y="152400"/>
                  <a:pt x="9934698" y="152400"/>
                </a:cubicBezTo>
                <a:lnTo>
                  <a:pt x="1415314" y="152400"/>
                </a:lnTo>
                <a:close/>
              </a:path>
            </a:pathLst>
          </a:custGeom>
          <a:solidFill>
            <a:schemeClr val="bg1"/>
          </a:solidFill>
          <a:ln w="6347" cap="flat">
            <a:noFill/>
            <a:prstDash val="solid"/>
            <a:miter/>
          </a:ln>
        </p:spPr>
        <p:txBody>
          <a:bodyPr rtlCol="0" anchor="ctr"/>
          <a:lstStyle/>
          <a:p>
            <a:endParaRPr lang="en-US"/>
          </a:p>
        </p:txBody>
      </p:sp>
      <p:sp>
        <p:nvSpPr>
          <p:cNvPr id="3" name="Title 2">
            <a:extLst>
              <a:ext uri="{FF2B5EF4-FFF2-40B4-BE49-F238E27FC236}">
                <a16:creationId xmlns:a16="http://schemas.microsoft.com/office/drawing/2014/main" id="{19A82F1C-EC6C-9A58-5333-DAA0CCC0D9E7}"/>
              </a:ext>
            </a:extLst>
          </p:cNvPr>
          <p:cNvSpPr>
            <a:spLocks noGrp="1"/>
          </p:cNvSpPr>
          <p:nvPr>
            <p:ph type="title" hasCustomPrompt="1"/>
          </p:nvPr>
        </p:nvSpPr>
        <p:spPr>
          <a:xfrm>
            <a:off x="7467600" y="5410201"/>
            <a:ext cx="4343400" cy="1295400"/>
          </a:xfrm>
        </p:spPr>
        <p:txBody>
          <a:bodyPr anchor="ctr">
            <a:normAutofit/>
          </a:bodyPr>
          <a:lstStyle>
            <a:lvl1pPr>
              <a:lnSpc>
                <a:spcPct val="120000"/>
              </a:lnSpc>
              <a:defRPr sz="2000" cap="all" baseline="0">
                <a:latin typeface="+mn-lt"/>
              </a:defRPr>
            </a:lvl1pPr>
          </a:lstStyle>
          <a:p>
            <a:r>
              <a:rPr lang="en-US"/>
              <a:t>Quote Author</a:t>
            </a:r>
          </a:p>
        </p:txBody>
      </p:sp>
      <p:sp>
        <p:nvSpPr>
          <p:cNvPr id="5" name="Content Placeholder 6">
            <a:extLst>
              <a:ext uri="{FF2B5EF4-FFF2-40B4-BE49-F238E27FC236}">
                <a16:creationId xmlns:a16="http://schemas.microsoft.com/office/drawing/2014/main" id="{7370BB19-9C3E-4752-84BE-FE86850C4FE1}"/>
              </a:ext>
            </a:extLst>
          </p:cNvPr>
          <p:cNvSpPr>
            <a:spLocks noGrp="1"/>
          </p:cNvSpPr>
          <p:nvPr>
            <p:ph sz="quarter" idx="13" hasCustomPrompt="1"/>
          </p:nvPr>
        </p:nvSpPr>
        <p:spPr>
          <a:xfrm>
            <a:off x="1524000" y="1600200"/>
            <a:ext cx="9144000" cy="3200400"/>
          </a:xfrm>
        </p:spPr>
        <p:txBody>
          <a:bodyPr anchor="ctr">
            <a:normAutofit/>
          </a:bodyPr>
          <a:lstStyle>
            <a:lvl1pPr marL="164592" indent="-164592">
              <a:lnSpc>
                <a:spcPct val="100000"/>
              </a:lnSpc>
              <a:spcBef>
                <a:spcPts val="0"/>
              </a:spcBef>
              <a:buNone/>
              <a:defRPr sz="5400" b="0" i="0">
                <a:solidFill>
                  <a:schemeClr val="tx1"/>
                </a:solidFill>
                <a:latin typeface="+mj-lt"/>
                <a:cs typeface="Biome" panose="020B0503030204020804" pitchFamily="34" charset="0"/>
              </a:defRPr>
            </a:lvl1pPr>
          </a:lstStyle>
          <a:p>
            <a:pPr lvl="0"/>
            <a:r>
              <a:rPr lang="en-US"/>
              <a:t>Click to add Quote</a:t>
            </a:r>
          </a:p>
        </p:txBody>
      </p:sp>
    </p:spTree>
    <p:extLst>
      <p:ext uri="{BB962C8B-B14F-4D97-AF65-F5344CB8AC3E}">
        <p14:creationId xmlns:p14="http://schemas.microsoft.com/office/powerpoint/2010/main" val="2823719479"/>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Quote 3">
    <p:bg>
      <p:bgRef idx="1001">
        <a:schemeClr val="bg1"/>
      </p:bgRef>
    </p:bg>
    <p:spTree>
      <p:nvGrpSpPr>
        <p:cNvPr id="1" name=""/>
        <p:cNvGrpSpPr/>
        <p:nvPr/>
      </p:nvGrpSpPr>
      <p:grpSpPr>
        <a:xfrm>
          <a:off x="0" y="0"/>
          <a:ext cx="0" cy="0"/>
          <a:chOff x="0" y="0"/>
          <a:chExt cx="0" cy="0"/>
        </a:xfrm>
      </p:grpSpPr>
      <p:pic>
        <p:nvPicPr>
          <p:cNvPr id="11" name="Picture 10" descr="A close up of a bubble&#10;&#10;AI-generated content may be incorrect.">
            <a:extLst>
              <a:ext uri="{FF2B5EF4-FFF2-40B4-BE49-F238E27FC236}">
                <a16:creationId xmlns:a16="http://schemas.microsoft.com/office/drawing/2014/main" id="{084ED489-7A1D-A5F2-BA2C-402A4A6E313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itle 7">
            <a:extLst>
              <a:ext uri="{FF2B5EF4-FFF2-40B4-BE49-F238E27FC236}">
                <a16:creationId xmlns:a16="http://schemas.microsoft.com/office/drawing/2014/main" id="{3FB40D68-689C-C890-D6D8-567972DF034F}"/>
              </a:ext>
            </a:extLst>
          </p:cNvPr>
          <p:cNvSpPr>
            <a:spLocks noGrp="1"/>
          </p:cNvSpPr>
          <p:nvPr>
            <p:ph type="title" hasCustomPrompt="1"/>
          </p:nvPr>
        </p:nvSpPr>
        <p:spPr>
          <a:xfrm>
            <a:off x="414130" y="4876800"/>
            <a:ext cx="5936974" cy="1330779"/>
          </a:xfrm>
        </p:spPr>
        <p:txBody>
          <a:bodyPr>
            <a:normAutofit/>
          </a:bodyPr>
          <a:lstStyle>
            <a:lvl1pPr>
              <a:lnSpc>
                <a:spcPct val="120000"/>
              </a:lnSpc>
              <a:defRPr sz="2000" cap="all" baseline="0">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381000" y="1600200"/>
            <a:ext cx="10972800" cy="3159580"/>
          </a:xfrm>
        </p:spPr>
        <p:txBody>
          <a:bodyPr anchor="ctr">
            <a:normAutofit/>
          </a:bodyPr>
          <a:lstStyle>
            <a:lvl1pPr marL="164592" indent="-164592">
              <a:lnSpc>
                <a:spcPct val="100000"/>
              </a:lnSpc>
              <a:spcBef>
                <a:spcPts val="0"/>
              </a:spcBef>
              <a:buNone/>
              <a:defRPr sz="6000" b="0" i="0">
                <a:solidFill>
                  <a:schemeClr val="tx1"/>
                </a:solidFill>
                <a:latin typeface="+mj-lt"/>
                <a:cs typeface="Biome" panose="020B0503030204020804" pitchFamily="34" charset="0"/>
              </a:defRPr>
            </a:lvl1pPr>
          </a:lstStyle>
          <a:p>
            <a:pPr lvl="0"/>
            <a:r>
              <a:rPr lang="en-US"/>
              <a:t>Click to add Quote</a:t>
            </a:r>
          </a:p>
        </p:txBody>
      </p:sp>
      <p:sp>
        <p:nvSpPr>
          <p:cNvPr id="4" name="Footer Placeholder 3">
            <a:extLst>
              <a:ext uri="{FF2B5EF4-FFF2-40B4-BE49-F238E27FC236}">
                <a16:creationId xmlns:a16="http://schemas.microsoft.com/office/drawing/2014/main" id="{3742436F-3E48-5C39-5A18-376A304D141A}"/>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53C6C-2B4F-F6AA-0CF7-A9ADD74C2441}"/>
              </a:ext>
            </a:extLst>
          </p:cNvPr>
          <p:cNvSpPr>
            <a:spLocks noGrp="1"/>
          </p:cNvSpPr>
          <p:nvPr>
            <p:ph type="dt" sz="half" idx="14"/>
          </p:nvPr>
        </p:nvSpPr>
        <p:spPr/>
        <p:txBody>
          <a:bodyPr/>
          <a:lstStyle>
            <a:lvl1pPr>
              <a:defRPr>
                <a:solidFill>
                  <a:schemeClr val="tx1"/>
                </a:solidFill>
              </a:defRPr>
            </a:lvl1pPr>
          </a:lstStyle>
          <a:p>
            <a:fld id="{5670E34D-D634-4A45-83DA-834FAAF86776}" type="datetime1">
              <a:rPr lang="en-US" smtClean="0"/>
              <a:t>5/29/2026</a:t>
            </a:fld>
            <a:endParaRPr lang="en-US"/>
          </a:p>
        </p:txBody>
      </p:sp>
      <p:sp>
        <p:nvSpPr>
          <p:cNvPr id="5" name="Slide Number Placeholder 4">
            <a:extLst>
              <a:ext uri="{FF2B5EF4-FFF2-40B4-BE49-F238E27FC236}">
                <a16:creationId xmlns:a16="http://schemas.microsoft.com/office/drawing/2014/main" id="{8D6BEDF4-5C68-6DDB-E70C-F6B66866AE70}"/>
              </a:ext>
            </a:extLst>
          </p:cNvPr>
          <p:cNvSpPr>
            <a:spLocks noGrp="1"/>
          </p:cNvSpPr>
          <p:nvPr>
            <p:ph type="sldNum" sz="quarter" idx="16"/>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422584931"/>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nclusion">
    <p:bg>
      <p:bgRef idx="1001">
        <a:schemeClr val="bg1"/>
      </p:bgRef>
    </p:bg>
    <p:spTree>
      <p:nvGrpSpPr>
        <p:cNvPr id="1" name=""/>
        <p:cNvGrpSpPr/>
        <p:nvPr/>
      </p:nvGrpSpPr>
      <p:grpSpPr>
        <a:xfrm>
          <a:off x="0" y="0"/>
          <a:ext cx="0" cy="0"/>
          <a:chOff x="0" y="0"/>
          <a:chExt cx="0" cy="0"/>
        </a:xfrm>
      </p:grpSpPr>
      <p:pic>
        <p:nvPicPr>
          <p:cNvPr id="10" name="Picture 9" descr="A blue and pink background&#10;&#10;AI-generated content may be incorrect.">
            <a:extLst>
              <a:ext uri="{FF2B5EF4-FFF2-40B4-BE49-F238E27FC236}">
                <a16:creationId xmlns:a16="http://schemas.microsoft.com/office/drawing/2014/main" id="{83A779BB-AB0F-056F-6486-83143FD5A62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81001" y="1600200"/>
            <a:ext cx="10744200" cy="1828800"/>
          </a:xfrm>
          <a:prstGeom prst="rect">
            <a:avLst/>
          </a:prstGeom>
        </p:spPr>
        <p:txBody>
          <a:bodyPr anchor="t">
            <a:normAutofit/>
          </a:bodyPr>
          <a:lstStyle>
            <a:lvl1pPr>
              <a:defRPr sz="7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380937" y="3429000"/>
            <a:ext cx="10747186" cy="2743200"/>
          </a:xfrm>
        </p:spPr>
        <p:txBody>
          <a:bodyPr/>
          <a:lstStyle>
            <a:lvl1pPr marL="0" indent="0">
              <a:buNone/>
              <a:defRPr sz="1600">
                <a:solidFill>
                  <a:schemeClr val="tx1"/>
                </a:solidFill>
              </a:defRPr>
            </a:lvl1pPr>
            <a:lvl2pPr marL="228600" indent="0">
              <a:buNone/>
              <a:defRPr sz="1600">
                <a:solidFill>
                  <a:schemeClr val="tx1"/>
                </a:solidFill>
              </a:defRPr>
            </a:lvl2pPr>
            <a:lvl3pPr marL="457200" indent="0">
              <a:buNone/>
              <a:defRPr sz="1600">
                <a:solidFill>
                  <a:schemeClr val="tx1"/>
                </a:solidFill>
              </a:defRPr>
            </a:lvl3pPr>
            <a:lvl4pPr marL="685800" indent="0">
              <a:buNone/>
              <a:defRPr sz="1600">
                <a:solidFill>
                  <a:schemeClr val="tx1"/>
                </a:solidFill>
              </a:defRPr>
            </a:lvl4pPr>
            <a:lvl5pPr marL="914400" indent="0">
              <a:buNone/>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B9D98AA8-7753-5656-7CA8-417FCD629738}"/>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2E445596-CA02-23EA-82B9-B14918457C9D}"/>
              </a:ext>
            </a:extLst>
          </p:cNvPr>
          <p:cNvSpPr>
            <a:spLocks noGrp="1"/>
          </p:cNvSpPr>
          <p:nvPr>
            <p:ph type="dt" sz="half" idx="14"/>
          </p:nvPr>
        </p:nvSpPr>
        <p:spPr/>
        <p:txBody>
          <a:bodyPr/>
          <a:lstStyle>
            <a:lvl1pPr>
              <a:defRPr>
                <a:solidFill>
                  <a:schemeClr val="tx1"/>
                </a:solidFill>
              </a:defRPr>
            </a:lvl1pPr>
          </a:lstStyle>
          <a:p>
            <a:fld id="{D1BF8E14-12E5-477E-B20E-15B037D1CCDE}" type="datetime1">
              <a:rPr lang="en-US" smtClean="0"/>
              <a:t>5/29/2026</a:t>
            </a:fld>
            <a:endParaRPr lang="en-US"/>
          </a:p>
        </p:txBody>
      </p:sp>
      <p:sp>
        <p:nvSpPr>
          <p:cNvPr id="5" name="Slide Number Placeholder 4">
            <a:extLst>
              <a:ext uri="{FF2B5EF4-FFF2-40B4-BE49-F238E27FC236}">
                <a16:creationId xmlns:a16="http://schemas.microsoft.com/office/drawing/2014/main" id="{6513D4CD-5010-564F-B5B4-562B93697493}"/>
              </a:ext>
            </a:extLst>
          </p:cNvPr>
          <p:cNvSpPr>
            <a:spLocks noGrp="1"/>
          </p:cNvSpPr>
          <p:nvPr>
            <p:ph type="sldNum" sz="quarter" idx="16"/>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983970570"/>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81000" y="1663180"/>
            <a:ext cx="8226553" cy="1842020"/>
          </a:xfrm>
          <a:prstGeom prst="rect">
            <a:avLst/>
          </a:prstGeom>
        </p:spPr>
        <p:txBody>
          <a:bodyPr anchor="b">
            <a:noAutofit/>
          </a:bodyPr>
          <a:lstStyle>
            <a:lvl1pPr>
              <a:defRPr sz="7200">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381128" y="3657600"/>
            <a:ext cx="8226425" cy="1689620"/>
          </a:xfrm>
        </p:spPr>
        <p:txBody>
          <a:bodyPr>
            <a:normAutofit/>
          </a:bodyPr>
          <a:lstStyle>
            <a:lvl1pPr marL="0" indent="0">
              <a:buNone/>
              <a:defRPr sz="1800">
                <a:solidFill>
                  <a:schemeClr val="tx1"/>
                </a:solidFill>
              </a:defRPr>
            </a:lvl1pPr>
            <a:lvl2pPr marL="228600" indent="0">
              <a:buNone/>
              <a:defRPr sz="1600">
                <a:solidFill>
                  <a:schemeClr val="tx1"/>
                </a:solidFill>
              </a:defRPr>
            </a:lvl2pPr>
            <a:lvl3pPr marL="457200" indent="0">
              <a:buNone/>
              <a:defRPr sz="1400">
                <a:solidFill>
                  <a:schemeClr val="tx1"/>
                </a:solidFill>
              </a:defRPr>
            </a:lvl3pPr>
            <a:lvl4pPr marL="685800" indent="0">
              <a:buNone/>
              <a:defRPr sz="1400">
                <a:solidFill>
                  <a:schemeClr val="tx1"/>
                </a:solidFill>
              </a:defRPr>
            </a:lvl4pPr>
            <a:lvl5pPr marL="914400" indent="0">
              <a:buNone/>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D720FF9D-2FDC-479B-8067-BE09112767E3}"/>
              </a:ext>
            </a:extLst>
          </p:cNvPr>
          <p:cNvSpPr>
            <a:spLocks noGrp="1"/>
          </p:cNvSpPr>
          <p:nvPr>
            <p:ph type="ftr" sz="quarter" idx="16"/>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F73513EE-DA6F-493D-D79A-DB63A6DE89A2}"/>
              </a:ext>
            </a:extLst>
          </p:cNvPr>
          <p:cNvSpPr>
            <a:spLocks noGrp="1"/>
          </p:cNvSpPr>
          <p:nvPr>
            <p:ph type="dt" sz="half" idx="15"/>
          </p:nvPr>
        </p:nvSpPr>
        <p:spPr/>
        <p:txBody>
          <a:bodyPr/>
          <a:lstStyle>
            <a:lvl1pPr>
              <a:defRPr>
                <a:solidFill>
                  <a:schemeClr val="tx1"/>
                </a:solidFill>
              </a:defRPr>
            </a:lvl1pPr>
          </a:lstStyle>
          <a:p>
            <a:fld id="{7223B5CC-0F6C-47C1-A5AE-9FFB88D7AC39}" type="datetime1">
              <a:rPr lang="en-US" smtClean="0"/>
              <a:t>5/29/2026</a:t>
            </a:fld>
            <a:endParaRPr lang="en-US"/>
          </a:p>
        </p:txBody>
      </p:sp>
      <p:sp>
        <p:nvSpPr>
          <p:cNvPr id="5" name="Slide Number Placeholder 4">
            <a:extLst>
              <a:ext uri="{FF2B5EF4-FFF2-40B4-BE49-F238E27FC236}">
                <a16:creationId xmlns:a16="http://schemas.microsoft.com/office/drawing/2014/main" id="{787F128B-EBE3-DEDC-3074-059B36D56FCE}"/>
              </a:ext>
            </a:extLst>
          </p:cNvPr>
          <p:cNvSpPr>
            <a:spLocks noGrp="1"/>
          </p:cNvSpPr>
          <p:nvPr>
            <p:ph type="sldNum" sz="quarter" idx="17"/>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246182663"/>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ADE5D-9EBB-FD2B-6B9B-CB2C00AAE7C3}"/>
              </a:ext>
            </a:extLst>
          </p:cNvPr>
          <p:cNvSpPr>
            <a:spLocks noGrp="1"/>
          </p:cNvSpPr>
          <p:nvPr>
            <p:ph type="title"/>
          </p:nvPr>
        </p:nvSpPr>
        <p:spPr>
          <a:xfrm>
            <a:off x="381000" y="691835"/>
            <a:ext cx="11430000" cy="908365"/>
          </a:xfrm>
          <a:prstGeom prst="rect">
            <a:avLst/>
          </a:prstGeom>
        </p:spPr>
        <p:txBody>
          <a:bodyPr vert="horz" lIns="91440" tIns="45720" rIns="91440" bIns="45720" rtlCol="0" anchor="t">
            <a:normAutofit/>
          </a:bodyPr>
          <a:lstStyle/>
          <a:p>
            <a:r>
              <a:rPr lang="en-US"/>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381000" y="1825625"/>
            <a:ext cx="5257800" cy="4340540"/>
          </a:xfrm>
        </p:spPr>
        <p:txBody>
          <a:bodyPr/>
          <a:lstStyle>
            <a:lvl1pPr>
              <a:defRPr b="0" i="0">
                <a:latin typeface="+mn-lt"/>
              </a:defRPr>
            </a:lvl1pPr>
            <a:lvl2pPr>
              <a:defRPr b="0">
                <a:latin typeface="+mn-lt"/>
              </a:defRPr>
            </a:lvl2pPr>
            <a:lvl3pPr>
              <a:defRPr b="0">
                <a:latin typeface="+mn-lt"/>
              </a:defRPr>
            </a:lvl3pPr>
            <a:lvl4pPr>
              <a:defRPr b="0">
                <a:latin typeface="+mn-lt"/>
              </a:defRPr>
            </a:lvl4pPr>
            <a:lvl5pPr>
              <a:defRPr b="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553200" y="1825625"/>
            <a:ext cx="5257800" cy="4340540"/>
          </a:xfrm>
        </p:spPr>
        <p:txBody>
          <a:bodyPr/>
          <a:lstStyle>
            <a:lvl1pPr>
              <a:defRPr b="0" i="0">
                <a:latin typeface="+mn-lt"/>
              </a:defRPr>
            </a:lvl1pPr>
            <a:lvl2pPr>
              <a:defRPr b="0" i="0">
                <a:latin typeface="+mn-lt"/>
              </a:defRPr>
            </a:lvl2pPr>
            <a:lvl3pPr>
              <a:defRPr b="0" i="0">
                <a:latin typeface="+mn-lt"/>
              </a:defRPr>
            </a:lvl3pPr>
            <a:lvl4pPr>
              <a:defRPr b="0" i="0">
                <a:latin typeface="+mn-lt"/>
              </a:defRPr>
            </a:lvl4pPr>
            <a:lvl5pPr>
              <a:defRPr b="0" i="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0529E1D-85A3-AFE0-0936-A45EA8FEC503}"/>
              </a:ext>
            </a:extLst>
          </p:cNvPr>
          <p:cNvSpPr>
            <a:spLocks noGrp="1"/>
          </p:cNvSpPr>
          <p:nvPr>
            <p:ph type="ftr" sz="quarter" idx="18"/>
          </p:nvPr>
        </p:nvSpPr>
        <p:spPr/>
        <p:txBody>
          <a:bodyPr/>
          <a:lstStyle/>
          <a:p>
            <a:r>
              <a:rPr lang="en-US"/>
              <a:t>Sample Footer Text</a:t>
            </a:r>
          </a:p>
        </p:txBody>
      </p:sp>
      <p:sp>
        <p:nvSpPr>
          <p:cNvPr id="3" name="Date Placeholder 2">
            <a:extLst>
              <a:ext uri="{FF2B5EF4-FFF2-40B4-BE49-F238E27FC236}">
                <a16:creationId xmlns:a16="http://schemas.microsoft.com/office/drawing/2014/main" id="{73D344AB-8B83-76F2-09B9-2D606269ECC5}"/>
              </a:ext>
            </a:extLst>
          </p:cNvPr>
          <p:cNvSpPr>
            <a:spLocks noGrp="1"/>
          </p:cNvSpPr>
          <p:nvPr>
            <p:ph type="dt" sz="half" idx="17"/>
          </p:nvPr>
        </p:nvSpPr>
        <p:spPr/>
        <p:txBody>
          <a:bodyPr/>
          <a:lstStyle/>
          <a:p>
            <a:fld id="{DE8829D3-7A19-4341-BCE1-D36CA455B830}" type="datetime1">
              <a:rPr lang="en-US" smtClean="0"/>
              <a:t>5/29/2026</a:t>
            </a:fld>
            <a:endParaRPr lang="en-US"/>
          </a:p>
        </p:txBody>
      </p:sp>
      <p:sp>
        <p:nvSpPr>
          <p:cNvPr id="7" name="Slide Number Placeholder 6">
            <a:extLst>
              <a:ext uri="{FF2B5EF4-FFF2-40B4-BE49-F238E27FC236}">
                <a16:creationId xmlns:a16="http://schemas.microsoft.com/office/drawing/2014/main" id="{1BE82BE9-2D98-AA2B-044A-3F2246C64032}"/>
              </a:ext>
            </a:extLst>
          </p:cNvPr>
          <p:cNvSpPr>
            <a:spLocks noGrp="1"/>
          </p:cNvSpPr>
          <p:nvPr>
            <p:ph type="sldNum" sz="quarter" idx="19"/>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98346327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AD6F4F-390B-6FF8-9E31-3FB02C46F3D5}"/>
              </a:ext>
            </a:extLst>
          </p:cNvPr>
          <p:cNvSpPr>
            <a:spLocks noGrp="1"/>
          </p:cNvSpPr>
          <p:nvPr>
            <p:ph type="title"/>
          </p:nvPr>
        </p:nvSpPr>
        <p:spPr>
          <a:xfrm>
            <a:off x="380999" y="691835"/>
            <a:ext cx="11423901" cy="908365"/>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380999" y="1685735"/>
            <a:ext cx="5257801" cy="559834"/>
          </a:xfrm>
        </p:spPr>
        <p:txBody>
          <a:bodyPr anchor="ctr">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380999" y="2331103"/>
            <a:ext cx="5257801" cy="3835061"/>
          </a:xfrm>
        </p:spPr>
        <p:txBody>
          <a:bodyPr/>
          <a:lstStyle>
            <a:lvl1pPr>
              <a:defRPr b="0" i="0">
                <a:latin typeface="+mn-lt"/>
              </a:defRPr>
            </a:lvl1pPr>
            <a:lvl2pPr>
              <a:defRPr b="0" i="0">
                <a:latin typeface="+mn-lt"/>
              </a:defRPr>
            </a:lvl2pPr>
            <a:lvl3pPr>
              <a:defRPr b="0" i="0">
                <a:latin typeface="+mn-lt"/>
              </a:defRPr>
            </a:lvl3pPr>
            <a:lvl4pPr>
              <a:defRPr b="0" i="0">
                <a:latin typeface="+mn-lt"/>
              </a:defRPr>
            </a:lvl4pPr>
            <a:lvl5pPr>
              <a:defRPr b="0" i="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53202" y="1685735"/>
            <a:ext cx="5251698" cy="559834"/>
          </a:xfrm>
        </p:spPr>
        <p:txBody>
          <a:bodyPr anchor="ctr">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553202" y="2331103"/>
            <a:ext cx="5251698" cy="3835061"/>
          </a:xfrm>
        </p:spPr>
        <p:txBody>
          <a:bodyPr/>
          <a:lstStyle>
            <a:lvl1pPr>
              <a:defRPr b="0" i="0">
                <a:latin typeface="+mn-lt"/>
              </a:defRPr>
            </a:lvl1pPr>
            <a:lvl2pPr>
              <a:defRPr b="0">
                <a:latin typeface="+mn-lt"/>
              </a:defRPr>
            </a:lvl2pPr>
            <a:lvl3pPr>
              <a:defRPr b="0">
                <a:latin typeface="+mn-lt"/>
              </a:defRPr>
            </a:lvl3pPr>
            <a:lvl4pPr>
              <a:defRPr b="0">
                <a:latin typeface="+mn-lt"/>
              </a:defRPr>
            </a:lvl4pPr>
            <a:lvl5pPr>
              <a:defRPr b="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83F03A7F-FEC3-F367-DE4A-A57EE3DFBD55}"/>
              </a:ext>
            </a:extLst>
          </p:cNvPr>
          <p:cNvSpPr>
            <a:spLocks noGrp="1"/>
          </p:cNvSpPr>
          <p:nvPr>
            <p:ph type="ftr" sz="quarter" idx="18"/>
          </p:nvPr>
        </p:nvSpPr>
        <p:spPr/>
        <p:txBody>
          <a:bodyPr/>
          <a:lstStyle/>
          <a:p>
            <a:r>
              <a:rPr lang="en-US"/>
              <a:t>Sample Footer Text</a:t>
            </a:r>
          </a:p>
        </p:txBody>
      </p:sp>
      <p:sp>
        <p:nvSpPr>
          <p:cNvPr id="4" name="Date Placeholder 3">
            <a:extLst>
              <a:ext uri="{FF2B5EF4-FFF2-40B4-BE49-F238E27FC236}">
                <a16:creationId xmlns:a16="http://schemas.microsoft.com/office/drawing/2014/main" id="{0D19E03A-C423-F4E4-B5E7-420AAD9003B1}"/>
              </a:ext>
            </a:extLst>
          </p:cNvPr>
          <p:cNvSpPr>
            <a:spLocks noGrp="1"/>
          </p:cNvSpPr>
          <p:nvPr>
            <p:ph type="dt" sz="half" idx="17"/>
          </p:nvPr>
        </p:nvSpPr>
        <p:spPr/>
        <p:txBody>
          <a:bodyPr/>
          <a:lstStyle/>
          <a:p>
            <a:fld id="{2BAC65AF-AE8D-4D44-935A-C3E8D239767B}" type="datetime1">
              <a:rPr lang="en-US" smtClean="0"/>
              <a:t>5/29/2026</a:t>
            </a:fld>
            <a:endParaRPr lang="en-US"/>
          </a:p>
        </p:txBody>
      </p:sp>
      <p:sp>
        <p:nvSpPr>
          <p:cNvPr id="9" name="Slide Number Placeholder 8">
            <a:extLst>
              <a:ext uri="{FF2B5EF4-FFF2-40B4-BE49-F238E27FC236}">
                <a16:creationId xmlns:a16="http://schemas.microsoft.com/office/drawing/2014/main" id="{473C867C-7E64-405A-197E-407BA7C3D9D6}"/>
              </a:ext>
            </a:extLst>
          </p:cNvPr>
          <p:cNvSpPr>
            <a:spLocks noGrp="1"/>
          </p:cNvSpPr>
          <p:nvPr>
            <p:ph type="sldNum" sz="quarter" idx="19"/>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91101168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1"/>
        </a:solidFill>
        <a:effectLst/>
      </p:bgPr>
    </p:bg>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03A9018E-4D2C-5352-B5C2-2A1DC050B19F}"/>
              </a:ext>
            </a:extLst>
          </p:cNvPr>
          <p:cNvSpPr>
            <a:spLocks noGrp="1"/>
          </p:cNvSpPr>
          <p:nvPr>
            <p:ph type="title"/>
          </p:nvPr>
        </p:nvSpPr>
        <p:spPr>
          <a:xfrm>
            <a:off x="381000" y="691835"/>
            <a:ext cx="11430000" cy="908365"/>
          </a:xfrm>
          <a:prstGeom prst="rect">
            <a:avLst/>
          </a:prstGeom>
        </p:spPr>
        <p:txBody>
          <a:bodyPr vert="horz" lIns="91440" tIns="45720" rIns="91440" bIns="45720" rtlCol="0" anchor="t">
            <a:normAutofit/>
          </a:bodyPr>
          <a:lstStyle/>
          <a:p>
            <a:r>
              <a:rPr lang="en-US"/>
              <a:t>Click to edit Master title style</a:t>
            </a:r>
          </a:p>
        </p:txBody>
      </p:sp>
      <p:sp>
        <p:nvSpPr>
          <p:cNvPr id="3" name="Footer Placeholder 2">
            <a:extLst>
              <a:ext uri="{FF2B5EF4-FFF2-40B4-BE49-F238E27FC236}">
                <a16:creationId xmlns:a16="http://schemas.microsoft.com/office/drawing/2014/main" id="{B9A19522-5E48-ACCC-D97B-E414BD049245}"/>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A8C712FE-7A30-4576-5CDD-D89D4B42C08F}"/>
              </a:ext>
            </a:extLst>
          </p:cNvPr>
          <p:cNvSpPr>
            <a:spLocks noGrp="1"/>
          </p:cNvSpPr>
          <p:nvPr>
            <p:ph type="dt" sz="half" idx="10"/>
          </p:nvPr>
        </p:nvSpPr>
        <p:spPr/>
        <p:txBody>
          <a:bodyPr/>
          <a:lstStyle/>
          <a:p>
            <a:fld id="{FEAA3722-848D-4DB5-A465-A3FCDE93B45B}" type="datetime1">
              <a:rPr lang="en-US" smtClean="0"/>
              <a:t>5/29/2026</a:t>
            </a:fld>
            <a:endParaRPr lang="en-US"/>
          </a:p>
        </p:txBody>
      </p:sp>
      <p:sp>
        <p:nvSpPr>
          <p:cNvPr id="6" name="Slide Number Placeholder 5">
            <a:extLst>
              <a:ext uri="{FF2B5EF4-FFF2-40B4-BE49-F238E27FC236}">
                <a16:creationId xmlns:a16="http://schemas.microsoft.com/office/drawing/2014/main" id="{9E1BD9D6-59C6-2EA3-9C8E-897EAAA32010}"/>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84504787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Empty">
    <p:bg>
      <p:bgPr>
        <a:solidFill>
          <a:schemeClr val="bg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164CBE7-122C-372F-CA47-78DB47D4D2EA}"/>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DA9B557C-A799-7ABC-34D9-85E81AF10CC1}"/>
              </a:ext>
            </a:extLst>
          </p:cNvPr>
          <p:cNvSpPr>
            <a:spLocks noGrp="1"/>
          </p:cNvSpPr>
          <p:nvPr>
            <p:ph type="dt" sz="half" idx="10"/>
          </p:nvPr>
        </p:nvSpPr>
        <p:spPr/>
        <p:txBody>
          <a:bodyPr/>
          <a:lstStyle/>
          <a:p>
            <a:fld id="{28477291-E089-4B42-96F0-7035AF85A23B}" type="datetime1">
              <a:rPr lang="en-US" smtClean="0"/>
              <a:t>5/29/2026</a:t>
            </a:fld>
            <a:endParaRPr lang="en-US"/>
          </a:p>
        </p:txBody>
      </p:sp>
      <p:sp>
        <p:nvSpPr>
          <p:cNvPr id="4" name="Slide Number Placeholder 3">
            <a:extLst>
              <a:ext uri="{FF2B5EF4-FFF2-40B4-BE49-F238E27FC236}">
                <a16:creationId xmlns:a16="http://schemas.microsoft.com/office/drawing/2014/main" id="{40E2A6A8-952D-B9FE-5DB7-B5C9059B477B}"/>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30816092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bg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9C13AB9D-812B-280C-98D2-D0786B08D086}"/>
              </a:ext>
            </a:extLst>
          </p:cNvPr>
          <p:cNvSpPr>
            <a:spLocks noGrp="1"/>
          </p:cNvSpPr>
          <p:nvPr>
            <p:ph type="title"/>
          </p:nvPr>
        </p:nvSpPr>
        <p:spPr>
          <a:xfrm>
            <a:off x="381000" y="685800"/>
            <a:ext cx="3886200" cy="1828800"/>
          </a:xfrm>
          <a:prstGeom prst="rect">
            <a:avLst/>
          </a:prstGeom>
        </p:spPr>
        <p:txBody>
          <a:bodyPr anchor="t">
            <a:normAutofit/>
          </a:bodyPr>
          <a:lstStyle>
            <a:lvl1pPr>
              <a:defRPr sz="2800"/>
            </a:lvl1pPr>
          </a:lstStyle>
          <a:p>
            <a:r>
              <a:rPr lang="en-US" dirty="0"/>
              <a:t>Click to edit Master title style</a:t>
            </a:r>
          </a:p>
        </p:txBody>
      </p:sp>
      <p:sp>
        <p:nvSpPr>
          <p:cNvPr id="6" name="Text Placeholder 3">
            <a:extLst>
              <a:ext uri="{FF2B5EF4-FFF2-40B4-BE49-F238E27FC236}">
                <a16:creationId xmlns:a16="http://schemas.microsoft.com/office/drawing/2014/main" id="{1658B112-43AE-EA1E-F73B-B03C04A4EF17}"/>
              </a:ext>
            </a:extLst>
          </p:cNvPr>
          <p:cNvSpPr>
            <a:spLocks noGrp="1"/>
          </p:cNvSpPr>
          <p:nvPr>
            <p:ph type="body" sz="half" idx="2"/>
          </p:nvPr>
        </p:nvSpPr>
        <p:spPr>
          <a:xfrm>
            <a:off x="384048" y="2737561"/>
            <a:ext cx="3883152" cy="3434639"/>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81600" y="685800"/>
            <a:ext cx="6629400" cy="5486400"/>
          </a:xfrm>
        </p:spPr>
        <p:txBody>
          <a:bodyPr vert="horz" lIns="91440" tIns="45720" rIns="91440" bIns="45720" rtlCol="0">
            <a:normAutofit/>
          </a:bodyPr>
          <a:lstStyle>
            <a:lvl1pPr>
              <a:defRPr lang="en-US" sz="1800" b="0" dirty="0"/>
            </a:lvl1pPr>
            <a:lvl2pPr>
              <a:defRPr lang="en-US" sz="1800" b="0" dirty="0"/>
            </a:lvl2pPr>
            <a:lvl3pPr>
              <a:defRPr lang="en-US" sz="1800" b="0" dirty="0"/>
            </a:lvl3pPr>
            <a:lvl4pPr>
              <a:defRPr lang="en-US" sz="1800" b="0" dirty="0"/>
            </a:lvl4pPr>
            <a:lvl5pPr>
              <a:defRPr lang="en-US" sz="1800" b="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6F577F46-C146-AC84-ACAE-CECFBBCFB470}"/>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99F9C08C-EAB9-2A31-7E24-36E761F312A9}"/>
              </a:ext>
            </a:extLst>
          </p:cNvPr>
          <p:cNvSpPr>
            <a:spLocks noGrp="1"/>
          </p:cNvSpPr>
          <p:nvPr>
            <p:ph type="dt" sz="half" idx="10"/>
          </p:nvPr>
        </p:nvSpPr>
        <p:spPr/>
        <p:txBody>
          <a:bodyPr/>
          <a:lstStyle/>
          <a:p>
            <a:fld id="{B3ACC8FF-786C-4DC3-9627-B3BE7B19CDA3}" type="datetime1">
              <a:rPr lang="en-US" smtClean="0"/>
              <a:t>5/29/2026</a:t>
            </a:fld>
            <a:endParaRPr lang="en-US"/>
          </a:p>
        </p:txBody>
      </p:sp>
      <p:sp>
        <p:nvSpPr>
          <p:cNvPr id="7" name="Slide Number Placeholder 6">
            <a:extLst>
              <a:ext uri="{FF2B5EF4-FFF2-40B4-BE49-F238E27FC236}">
                <a16:creationId xmlns:a16="http://schemas.microsoft.com/office/drawing/2014/main" id="{9F0E3958-DD85-BB6B-F676-7404C1055874}"/>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09015142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381000" y="685800"/>
            <a:ext cx="3886200" cy="1828800"/>
          </a:xfrm>
          <a:prstGeom prst="rect">
            <a:avLst/>
          </a:prstGeom>
        </p:spPr>
        <p:txBody>
          <a:bodyPr anchor="t">
            <a:normAutofit/>
          </a:bodyPr>
          <a:lstStyle>
            <a:lvl1pPr>
              <a:defRPr sz="28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381000" y="2737562"/>
            <a:ext cx="3886200"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11">
            <a:extLst>
              <a:ext uri="{FF2B5EF4-FFF2-40B4-BE49-F238E27FC236}">
                <a16:creationId xmlns:a16="http://schemas.microsoft.com/office/drawing/2014/main" id="{AAC09ED5-B2A4-445A-3B8D-189668803730}"/>
              </a:ext>
            </a:extLst>
          </p:cNvPr>
          <p:cNvSpPr>
            <a:spLocks noGrp="1"/>
          </p:cNvSpPr>
          <p:nvPr>
            <p:ph type="pic" sz="quarter" idx="15" hasCustomPrompt="1"/>
          </p:nvPr>
        </p:nvSpPr>
        <p:spPr>
          <a:xfrm>
            <a:off x="5167745" y="153416"/>
            <a:ext cx="6858000" cy="6552184"/>
          </a:xfrm>
          <a:custGeom>
            <a:avLst/>
            <a:gdLst>
              <a:gd name="connsiteX0" fmla="*/ 349250 w 6858000"/>
              <a:gd name="connsiteY0" fmla="*/ 0 h 6552184"/>
              <a:gd name="connsiteX1" fmla="*/ 6508751 w 6858000"/>
              <a:gd name="connsiteY1" fmla="*/ 0 h 6552184"/>
              <a:gd name="connsiteX2" fmla="*/ 6850905 w 6858000"/>
              <a:gd name="connsiteY2" fmla="*/ 278863 h 6552184"/>
              <a:gd name="connsiteX3" fmla="*/ 6858000 w 6858000"/>
              <a:gd name="connsiteY3" fmla="*/ 349239 h 6552184"/>
              <a:gd name="connsiteX4" fmla="*/ 6858000 w 6858000"/>
              <a:gd name="connsiteY4" fmla="*/ 5701612 h 6552184"/>
              <a:gd name="connsiteX5" fmla="*/ 6850905 w 6858000"/>
              <a:gd name="connsiteY5" fmla="*/ 5771987 h 6552184"/>
              <a:gd name="connsiteX6" fmla="*/ 6508751 w 6858000"/>
              <a:gd name="connsiteY6" fmla="*/ 6050852 h 6552184"/>
              <a:gd name="connsiteX7" fmla="*/ 3679660 w 6858000"/>
              <a:gd name="connsiteY7" fmla="*/ 6050852 h 6552184"/>
              <a:gd name="connsiteX8" fmla="*/ 3429000 w 6858000"/>
              <a:gd name="connsiteY8" fmla="*/ 6301512 h 6552184"/>
              <a:gd name="connsiteX9" fmla="*/ 3178340 w 6858000"/>
              <a:gd name="connsiteY9" fmla="*/ 6552184 h 6552184"/>
              <a:gd name="connsiteX10" fmla="*/ 349250 w 6858000"/>
              <a:gd name="connsiteY10" fmla="*/ 6552184 h 6552184"/>
              <a:gd name="connsiteX11" fmla="*/ 0 w 6858000"/>
              <a:gd name="connsiteY11" fmla="*/ 6202922 h 6552184"/>
              <a:gd name="connsiteX12" fmla="*/ 0 w 6858000"/>
              <a:gd name="connsiteY12" fmla="*/ 349250 h 6552184"/>
              <a:gd name="connsiteX13" fmla="*/ 349250 w 6858000"/>
              <a:gd name="connsiteY13" fmla="*/ 0 h 6552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858000" h="6552184">
                <a:moveTo>
                  <a:pt x="349250" y="0"/>
                </a:moveTo>
                <a:lnTo>
                  <a:pt x="6508751" y="0"/>
                </a:lnTo>
                <a:cubicBezTo>
                  <a:pt x="6677526" y="0"/>
                  <a:pt x="6818339" y="119716"/>
                  <a:pt x="6850905" y="278863"/>
                </a:cubicBezTo>
                <a:lnTo>
                  <a:pt x="6858000" y="349239"/>
                </a:lnTo>
                <a:lnTo>
                  <a:pt x="6858000" y="5701612"/>
                </a:lnTo>
                <a:lnTo>
                  <a:pt x="6850905" y="5771987"/>
                </a:lnTo>
                <a:cubicBezTo>
                  <a:pt x="6818339" y="5931132"/>
                  <a:pt x="6677525" y="6050852"/>
                  <a:pt x="6508751" y="6050852"/>
                </a:cubicBezTo>
                <a:lnTo>
                  <a:pt x="3679660" y="6050852"/>
                </a:lnTo>
                <a:cubicBezTo>
                  <a:pt x="3541224" y="6050852"/>
                  <a:pt x="3429000" y="6163075"/>
                  <a:pt x="3429000" y="6301512"/>
                </a:cubicBezTo>
                <a:cubicBezTo>
                  <a:pt x="3429000" y="6439916"/>
                  <a:pt x="3316777" y="6552184"/>
                  <a:pt x="3178340" y="6552184"/>
                </a:cubicBezTo>
                <a:lnTo>
                  <a:pt x="349250" y="6552184"/>
                </a:lnTo>
                <a:cubicBezTo>
                  <a:pt x="156337" y="6552184"/>
                  <a:pt x="0" y="6395784"/>
                  <a:pt x="0" y="6202922"/>
                </a:cubicBezTo>
                <a:lnTo>
                  <a:pt x="0" y="349250"/>
                </a:lnTo>
                <a:cubicBezTo>
                  <a:pt x="0" y="156364"/>
                  <a:pt x="156337" y="0"/>
                  <a:pt x="349250" y="0"/>
                </a:cubicBezTo>
                <a:close/>
              </a:path>
            </a:pathLst>
          </a:custGeom>
          <a:blipFill>
            <a:blip r:embed="rId2">
              <a:alphaModFix amt="60000"/>
            </a:blip>
            <a:stretch>
              <a:fillRect/>
            </a:stretch>
          </a:blipFill>
        </p:spPr>
        <p:txBody>
          <a:bodyPr wrap="square">
            <a:noAutofit/>
          </a:bodyPr>
          <a:lstStyle>
            <a:lvl1pPr>
              <a:defRPr/>
            </a:lvl1pPr>
          </a:lstStyle>
          <a:p>
            <a:r>
              <a:rPr lang="en-US"/>
              <a:t>   </a:t>
            </a:r>
          </a:p>
        </p:txBody>
      </p:sp>
      <p:sp>
        <p:nvSpPr>
          <p:cNvPr id="14" name="Footer Placeholder 13">
            <a:extLst>
              <a:ext uri="{FF2B5EF4-FFF2-40B4-BE49-F238E27FC236}">
                <a16:creationId xmlns:a16="http://schemas.microsoft.com/office/drawing/2014/main" id="{1653829D-48DF-80C8-EFD1-8AE8D025091D}"/>
              </a:ext>
            </a:extLst>
          </p:cNvPr>
          <p:cNvSpPr>
            <a:spLocks noGrp="1"/>
          </p:cNvSpPr>
          <p:nvPr>
            <p:ph type="ftr" sz="quarter" idx="11"/>
          </p:nvPr>
        </p:nvSpPr>
        <p:spPr/>
        <p:txBody>
          <a:bodyPr/>
          <a:lstStyle/>
          <a:p>
            <a:r>
              <a:rPr lang="en-US"/>
              <a:t>Sample Footer Text</a:t>
            </a:r>
          </a:p>
        </p:txBody>
      </p:sp>
      <p:sp>
        <p:nvSpPr>
          <p:cNvPr id="13" name="Date Placeholder 12">
            <a:extLst>
              <a:ext uri="{FF2B5EF4-FFF2-40B4-BE49-F238E27FC236}">
                <a16:creationId xmlns:a16="http://schemas.microsoft.com/office/drawing/2014/main" id="{4692675B-8BC2-A545-81FF-1559B305D7D5}"/>
              </a:ext>
            </a:extLst>
          </p:cNvPr>
          <p:cNvSpPr>
            <a:spLocks noGrp="1"/>
          </p:cNvSpPr>
          <p:nvPr>
            <p:ph type="dt" sz="half" idx="10"/>
          </p:nvPr>
        </p:nvSpPr>
        <p:spPr/>
        <p:txBody>
          <a:bodyPr/>
          <a:lstStyle/>
          <a:p>
            <a:fld id="{B5124CEC-3E02-4EAC-9188-FA223EA32F66}" type="datetime1">
              <a:rPr lang="en-US" smtClean="0"/>
              <a:t>5/29/2026</a:t>
            </a:fld>
            <a:endParaRPr lang="en-US"/>
          </a:p>
        </p:txBody>
      </p:sp>
      <p:sp>
        <p:nvSpPr>
          <p:cNvPr id="15" name="Slide Number Placeholder 14">
            <a:extLst>
              <a:ext uri="{FF2B5EF4-FFF2-40B4-BE49-F238E27FC236}">
                <a16:creationId xmlns:a16="http://schemas.microsoft.com/office/drawing/2014/main" id="{B17399EA-8F16-C8FC-075B-CE3915D7DAA4}"/>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70850802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GB"/>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A0C29F69-8498-48AC-9C10-315605ACFAB7}" type="datetime1">
              <a:rPr lang="en-US" smtClean="0"/>
              <a:t>5/29/2026</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726524666"/>
      </p:ext>
    </p:extLst>
  </p:cSld>
  <p:clrMapOvr>
    <a:masterClrMapping/>
  </p:clrMapOvr>
  <p:hf sldNum="0" hdr="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A0C29F69-8498-48AC-9C10-315605ACFAB7}" type="datetime1">
              <a:rPr lang="en-US" smtClean="0"/>
              <a:t>5/29/2026</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989826372"/>
      </p:ext>
    </p:extLst>
  </p:cSld>
  <p:clrMapOvr>
    <a:masterClrMapping/>
  </p:clrMapOvr>
  <p:hf sldNum="0" hdr="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A0C29F69-8498-48AC-9C10-315605ACFAB7}" type="datetime1">
              <a:rPr lang="en-US" smtClean="0"/>
              <a:t>5/29/2026</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790986208"/>
      </p:ext>
    </p:extLst>
  </p:cSld>
  <p:clrMapOvr>
    <a:masterClrMapping/>
  </p:clrMapOvr>
  <p:hf sldNum="0" hdr="0" ftr="0" dt="0"/>
</p:sldLayout>
</file>

<file path=ppt/slideLayouts/slideLayout5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A0C29F69-8498-48AC-9C10-315605ACFAB7}" type="datetime1">
              <a:rPr lang="en-US" smtClean="0"/>
              <a:t>5/29/2026</a:t>
            </a:fld>
            <a:endParaRPr lang="en-US"/>
          </a:p>
        </p:txBody>
      </p:sp>
      <p:sp>
        <p:nvSpPr>
          <p:cNvPr id="6" name="Footer Placeholder 5"/>
          <p:cNvSpPr>
            <a:spLocks noGrp="1"/>
          </p:cNvSpPr>
          <p:nvPr>
            <p:ph type="ftr" sz="quarter" idx="11"/>
          </p:nvPr>
        </p:nvSpPr>
        <p:spPr/>
        <p:txBody>
          <a:bodyPr/>
          <a:lstStyle/>
          <a:p>
            <a:r>
              <a:rPr lang="en-US"/>
              <a:t>Sample Footer Text</a:t>
            </a:r>
          </a:p>
        </p:txBody>
      </p:sp>
      <p:sp>
        <p:nvSpPr>
          <p:cNvPr id="7" name="Slide Number Placeholder 6"/>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303016650"/>
      </p:ext>
    </p:extLst>
  </p:cSld>
  <p:clrMapOvr>
    <a:masterClrMapping/>
  </p:clrMapOvr>
  <p:hf sldNum="0" hdr="0" ftr="0" dt="0"/>
</p:sldLayout>
</file>

<file path=ppt/slideLayouts/slideLayout5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A0C29F69-8498-48AC-9C10-315605ACFAB7}" type="datetime1">
              <a:rPr lang="en-US" smtClean="0"/>
              <a:t>5/29/2026</a:t>
            </a:fld>
            <a:endParaRPr lang="en-US"/>
          </a:p>
        </p:txBody>
      </p:sp>
      <p:sp>
        <p:nvSpPr>
          <p:cNvPr id="8" name="Footer Placeholder 7"/>
          <p:cNvSpPr>
            <a:spLocks noGrp="1"/>
          </p:cNvSpPr>
          <p:nvPr>
            <p:ph type="ftr" sz="quarter" idx="11"/>
          </p:nvPr>
        </p:nvSpPr>
        <p:spPr/>
        <p:txBody>
          <a:bodyPr/>
          <a:lstStyle/>
          <a:p>
            <a:r>
              <a:rPr lang="en-US"/>
              <a:t>Sample Footer Text</a:t>
            </a:r>
          </a:p>
        </p:txBody>
      </p:sp>
      <p:sp>
        <p:nvSpPr>
          <p:cNvPr id="9" name="Slide Number Placeholder 8"/>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605097149"/>
      </p:ext>
    </p:extLst>
  </p:cSld>
  <p:clrMapOvr>
    <a:masterClrMapping/>
  </p:clrMapOvr>
  <p:hf sldNum="0" hdr="0" ftr="0" dt="0"/>
</p:sldLayout>
</file>

<file path=ppt/slideLayouts/slideLayout6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FEAA3722-848D-4DB5-A465-A3FCDE93B45B}" type="datetime1">
              <a:rPr lang="en-US" smtClean="0"/>
              <a:t>5/29/2026</a:t>
            </a:fld>
            <a:endParaRPr lang="en-US"/>
          </a:p>
        </p:txBody>
      </p:sp>
      <p:sp>
        <p:nvSpPr>
          <p:cNvPr id="4" name="Footer Placeholder 3"/>
          <p:cNvSpPr>
            <a:spLocks noGrp="1"/>
          </p:cNvSpPr>
          <p:nvPr>
            <p:ph type="ftr" sz="quarter" idx="11"/>
          </p:nvPr>
        </p:nvSpPr>
        <p:spPr/>
        <p:txBody>
          <a:bodyPr/>
          <a:lstStyle/>
          <a:p>
            <a:r>
              <a:rPr lang="en-US"/>
              <a:t>Sample Footer Text</a:t>
            </a:r>
          </a:p>
        </p:txBody>
      </p:sp>
      <p:sp>
        <p:nvSpPr>
          <p:cNvPr id="5" name="Slide Number Placeholder 4"/>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53574409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0C29F69-8498-48AC-9C10-315605ACFAB7}" type="datetime1">
              <a:rPr lang="en-US" smtClean="0"/>
              <a:t>5/29/2026</a:t>
            </a:fld>
            <a:endParaRPr lang="en-US"/>
          </a:p>
        </p:txBody>
      </p:sp>
      <p:sp>
        <p:nvSpPr>
          <p:cNvPr id="3" name="Footer Placeholder 2"/>
          <p:cNvSpPr>
            <a:spLocks noGrp="1"/>
          </p:cNvSpPr>
          <p:nvPr>
            <p:ph type="ftr" sz="quarter" idx="11"/>
          </p:nvPr>
        </p:nvSpPr>
        <p:spPr/>
        <p:txBody>
          <a:bodyPr/>
          <a:lstStyle/>
          <a:p>
            <a:r>
              <a:rPr lang="en-US"/>
              <a:t>Sample Footer Text</a:t>
            </a:r>
          </a:p>
        </p:txBody>
      </p:sp>
      <p:sp>
        <p:nvSpPr>
          <p:cNvPr id="4" name="Slide Number Placeholder 3"/>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691277103"/>
      </p:ext>
    </p:extLst>
  </p:cSld>
  <p:clrMapOvr>
    <a:masterClrMapping/>
  </p:clrMapOvr>
  <p:hf sldNum="0" hdr="0" ftr="0" dt="0"/>
</p:sldLayout>
</file>

<file path=ppt/slideLayouts/slideLayout6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Autofit/>
          </a:bodyPr>
          <a:lstStyle>
            <a:lvl1pPr>
              <a:defRPr sz="4400">
                <a:latin typeface="+mj-lt"/>
              </a:defRPr>
            </a:lvl1pPr>
          </a:lstStyle>
          <a:p>
            <a:r>
              <a:rPr lang="en-GB" dirty="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lvl1pPr>
              <a:defRPr>
                <a:latin typeface="HelveticaNeueLT Std" panose="020B0604020202020204" pitchFamily="34" charset="0"/>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600">
                <a:latin typeface="+mn-lt"/>
              </a:defRPr>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GB" dirty="0"/>
              <a:t>Click to edit Master text styles</a:t>
            </a:r>
          </a:p>
        </p:txBody>
      </p:sp>
      <p:sp>
        <p:nvSpPr>
          <p:cNvPr id="5" name="Date Placeholder 4"/>
          <p:cNvSpPr>
            <a:spLocks noGrp="1"/>
          </p:cNvSpPr>
          <p:nvPr>
            <p:ph type="dt" sz="half" idx="10"/>
          </p:nvPr>
        </p:nvSpPr>
        <p:spPr/>
        <p:txBody>
          <a:bodyPr/>
          <a:lstStyle/>
          <a:p>
            <a:fld id="{B3ACC8FF-786C-4DC3-9627-B3BE7B19CDA3}" type="datetime1">
              <a:rPr lang="en-US" smtClean="0"/>
              <a:t>5/29/2026</a:t>
            </a:fld>
            <a:endParaRPr lang="en-US"/>
          </a:p>
        </p:txBody>
      </p:sp>
      <p:sp>
        <p:nvSpPr>
          <p:cNvPr id="6" name="Footer Placeholder 5"/>
          <p:cNvSpPr>
            <a:spLocks noGrp="1"/>
          </p:cNvSpPr>
          <p:nvPr>
            <p:ph type="ftr" sz="quarter" idx="11"/>
          </p:nvPr>
        </p:nvSpPr>
        <p:spPr/>
        <p:txBody>
          <a:bodyPr/>
          <a:lstStyle/>
          <a:p>
            <a:r>
              <a:rPr lang="en-US"/>
              <a:t>Sample Footer Text</a:t>
            </a:r>
          </a:p>
        </p:txBody>
      </p:sp>
      <p:sp>
        <p:nvSpPr>
          <p:cNvPr id="7" name="Slide Number Placeholder 6"/>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84782357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6" name="Footer Placeholder 5"/>
          <p:cNvSpPr>
            <a:spLocks noGrp="1"/>
          </p:cNvSpPr>
          <p:nvPr>
            <p:ph type="ftr" sz="quarter" idx="11"/>
          </p:nvPr>
        </p:nvSpPr>
        <p:spPr/>
        <p:txBody>
          <a:bodyPr/>
          <a:lstStyle/>
          <a:p>
            <a:r>
              <a:rPr lang="en-US"/>
              <a:t>Sample Footer Text</a:t>
            </a:r>
          </a:p>
        </p:txBody>
      </p:sp>
      <p:sp>
        <p:nvSpPr>
          <p:cNvPr id="7" name="Slide Number Placeholder 6"/>
          <p:cNvSpPr>
            <a:spLocks noGrp="1"/>
          </p:cNvSpPr>
          <p:nvPr>
            <p:ph type="sldNum" sz="quarter" idx="12"/>
          </p:nvPr>
        </p:nvSpPr>
        <p:spPr/>
        <p:txBody>
          <a:bodyPr/>
          <a:lstStyle/>
          <a:p>
            <a:fld id="{AEAA3239-9EA4-4A65-A281-97F994456D9F}" type="slidenum">
              <a:rPr lang="en-US" smtClean="0"/>
              <a:pPr/>
              <a:t>‹#›</a:t>
            </a:fld>
            <a:endParaRPr lang="en-US"/>
          </a:p>
        </p:txBody>
      </p:sp>
      <p:sp>
        <p:nvSpPr>
          <p:cNvPr id="5" name="Date Placeholder 4"/>
          <p:cNvSpPr>
            <a:spLocks noGrp="1"/>
          </p:cNvSpPr>
          <p:nvPr>
            <p:ph type="dt" sz="half" idx="10"/>
          </p:nvPr>
        </p:nvSpPr>
        <p:spPr/>
        <p:txBody>
          <a:bodyPr/>
          <a:lstStyle/>
          <a:p>
            <a:fld id="{A0C29F69-8498-48AC-9C10-315605ACFAB7}" type="datetime1">
              <a:rPr lang="en-US" smtClean="0"/>
              <a:t>5/29/2026</a:t>
            </a:fld>
            <a:endParaRPr lang="en-US"/>
          </a:p>
        </p:txBody>
      </p:sp>
    </p:spTree>
    <p:extLst>
      <p:ext uri="{BB962C8B-B14F-4D97-AF65-F5344CB8AC3E}">
        <p14:creationId xmlns:p14="http://schemas.microsoft.com/office/powerpoint/2010/main" val="3111198450"/>
      </p:ext>
    </p:extLst>
  </p:cSld>
  <p:clrMapOvr>
    <a:masterClrMapping/>
  </p:clrMapOvr>
  <p:hf sldNum="0" hdr="0" ftr="0" dt="0"/>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A0C29F69-8498-48AC-9C10-315605ACFAB7}" type="datetime1">
              <a:rPr lang="en-US" smtClean="0"/>
              <a:t>5/29/2026</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983752998"/>
      </p:ext>
    </p:extLst>
  </p:cSld>
  <p:clrMapOvr>
    <a:masterClrMapping/>
  </p:clrMapOvr>
  <p:hf sldNum="0" hdr="0" ftr="0" dt="0"/>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A0C29F69-8498-48AC-9C10-315605ACFAB7}" type="datetime1">
              <a:rPr lang="en-US" smtClean="0"/>
              <a:t>5/29/2026</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AEAA3239-9EA4-4A65-A281-97F994456D9F}" type="slidenum">
              <a:rPr lang="en-US" smtClean="0"/>
              <a:pPr/>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746940634"/>
      </p:ext>
    </p:extLst>
  </p:cSld>
  <p:clrMapOvr>
    <a:masterClrMapping/>
  </p:clrMapOvr>
  <p:hf sldNum="0" hdr="0" ftr="0" dt="0"/>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A0C29F69-8498-48AC-9C10-315605ACFAB7}" type="datetime1">
              <a:rPr lang="en-US" smtClean="0"/>
              <a:t>5/29/2026</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534640881"/>
      </p:ext>
    </p:extLst>
  </p:cSld>
  <p:clrMapOvr>
    <a:masterClrMapping/>
  </p:clrMapOvr>
  <p:hf sldNum="0" hdr="0" ftr="0" dt="0"/>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A0C29F69-8498-48AC-9C10-315605ACFAB7}" type="datetime1">
              <a:rPr lang="en-US" smtClean="0"/>
              <a:t>5/29/2026</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AEAA3239-9EA4-4A65-A281-97F994456D9F}" type="slidenum">
              <a:rPr lang="en-US" smtClean="0"/>
              <a:pPr/>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969983788"/>
      </p:ext>
    </p:extLst>
  </p:cSld>
  <p:clrMapOvr>
    <a:masterClrMapping/>
  </p:clrMapOvr>
  <p:hf sldNum="0" hdr="0" ftr="0" dt="0"/>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A0C29F69-8498-48AC-9C10-315605ACFAB7}" type="datetime1">
              <a:rPr lang="en-US" smtClean="0"/>
              <a:t>5/29/2026</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968900818"/>
      </p:ext>
    </p:extLst>
  </p:cSld>
  <p:clrMapOvr>
    <a:masterClrMapping/>
  </p:clrMapOvr>
  <p:hf sldNum="0" hdr="0" ftr="0" dt="0"/>
</p:sldLayout>
</file>

<file path=ppt/slideLayouts/slideLayout6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A0C29F69-8498-48AC-9C10-315605ACFAB7}" type="datetime1">
              <a:rPr lang="en-US" smtClean="0"/>
              <a:t>5/29/2026</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277376820"/>
      </p:ext>
    </p:extLst>
  </p:cSld>
  <p:clrMapOvr>
    <a:masterClrMapping/>
  </p:clrMapOvr>
  <p:hf sldNum="0" hdr="0" ftr="0" dt="0"/>
</p:sldLayout>
</file>

<file path=ppt/slideLayouts/slideLayout7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GB"/>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A0C29F69-8498-48AC-9C10-315605ACFAB7}" type="datetime1">
              <a:rPr lang="en-US" smtClean="0"/>
              <a:t>5/29/2026</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890771216"/>
      </p:ext>
    </p:extLst>
  </p:cSld>
  <p:clrMapOvr>
    <a:masterClrMapping/>
  </p:clrMapOvr>
  <p:hf sldNum="0" hdr="0" ftr="0" dt="0"/>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Content with Picture 4">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676C2-CD03-E417-CB93-800D63E65DEC}"/>
              </a:ext>
            </a:extLst>
          </p:cNvPr>
          <p:cNvSpPr>
            <a:spLocks noGrp="1"/>
          </p:cNvSpPr>
          <p:nvPr>
            <p:ph type="title"/>
          </p:nvPr>
        </p:nvSpPr>
        <p:spPr>
          <a:xfrm>
            <a:off x="8153400" y="687787"/>
            <a:ext cx="3643802" cy="1479477"/>
          </a:xfrm>
        </p:spPr>
        <p:txBody>
          <a:bodyPr anchor="t">
            <a:normAutofit/>
          </a:bodyPr>
          <a:lstStyle>
            <a:lvl1pPr>
              <a:defRPr sz="3000"/>
            </a:lvl1pPr>
          </a:lstStyle>
          <a:p>
            <a:r>
              <a:rPr lang="en-US"/>
              <a:t>Click to edit Master title style</a:t>
            </a:r>
          </a:p>
        </p:txBody>
      </p:sp>
      <p:sp>
        <p:nvSpPr>
          <p:cNvPr id="17" name="Picture Placeholder 16">
            <a:extLst>
              <a:ext uri="{FF2B5EF4-FFF2-40B4-BE49-F238E27FC236}">
                <a16:creationId xmlns:a16="http://schemas.microsoft.com/office/drawing/2014/main" id="{4F55C32B-C162-62A9-B41A-495DC7FAC90D}"/>
              </a:ext>
            </a:extLst>
          </p:cNvPr>
          <p:cNvSpPr>
            <a:spLocks noGrp="1"/>
          </p:cNvSpPr>
          <p:nvPr>
            <p:ph type="pic" sz="quarter" idx="15"/>
          </p:nvPr>
        </p:nvSpPr>
        <p:spPr>
          <a:xfrm>
            <a:off x="152400" y="152909"/>
            <a:ext cx="6858000" cy="6552184"/>
          </a:xfrm>
          <a:custGeom>
            <a:avLst/>
            <a:gdLst>
              <a:gd name="connsiteX0" fmla="*/ 349250 w 6858000"/>
              <a:gd name="connsiteY0" fmla="*/ 0 h 6552184"/>
              <a:gd name="connsiteX1" fmla="*/ 6508751 w 6858000"/>
              <a:gd name="connsiteY1" fmla="*/ 0 h 6552184"/>
              <a:gd name="connsiteX2" fmla="*/ 6850907 w 6858000"/>
              <a:gd name="connsiteY2" fmla="*/ 278864 h 6552184"/>
              <a:gd name="connsiteX3" fmla="*/ 6858000 w 6858000"/>
              <a:gd name="connsiteY3" fmla="*/ 349240 h 6552184"/>
              <a:gd name="connsiteX4" fmla="*/ 6858000 w 6858000"/>
              <a:gd name="connsiteY4" fmla="*/ 6202932 h 6552184"/>
              <a:gd name="connsiteX5" fmla="*/ 6850907 w 6858000"/>
              <a:gd name="connsiteY5" fmla="*/ 6273302 h 6552184"/>
              <a:gd name="connsiteX6" fmla="*/ 6508751 w 6858000"/>
              <a:gd name="connsiteY6" fmla="*/ 6552184 h 6552184"/>
              <a:gd name="connsiteX7" fmla="*/ 3679661 w 6858000"/>
              <a:gd name="connsiteY7" fmla="*/ 6552184 h 6552184"/>
              <a:gd name="connsiteX8" fmla="*/ 3429001 w 6858000"/>
              <a:gd name="connsiteY8" fmla="*/ 6301512 h 6552184"/>
              <a:gd name="connsiteX9" fmla="*/ 3178341 w 6858000"/>
              <a:gd name="connsiteY9" fmla="*/ 6050852 h 6552184"/>
              <a:gd name="connsiteX10" fmla="*/ 349250 w 6858000"/>
              <a:gd name="connsiteY10" fmla="*/ 6050852 h 6552184"/>
              <a:gd name="connsiteX11" fmla="*/ 0 w 6858000"/>
              <a:gd name="connsiteY11" fmla="*/ 5701602 h 6552184"/>
              <a:gd name="connsiteX12" fmla="*/ 0 w 6858000"/>
              <a:gd name="connsiteY12" fmla="*/ 349249 h 6552184"/>
              <a:gd name="connsiteX13" fmla="*/ 349250 w 6858000"/>
              <a:gd name="connsiteY13" fmla="*/ 0 h 6552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858000" h="6552184">
                <a:moveTo>
                  <a:pt x="349250" y="0"/>
                </a:moveTo>
                <a:lnTo>
                  <a:pt x="6508751" y="0"/>
                </a:lnTo>
                <a:cubicBezTo>
                  <a:pt x="6677550" y="0"/>
                  <a:pt x="6818346" y="119716"/>
                  <a:pt x="6850907" y="278864"/>
                </a:cubicBezTo>
                <a:lnTo>
                  <a:pt x="6858000" y="349240"/>
                </a:lnTo>
                <a:lnTo>
                  <a:pt x="6858000" y="6202932"/>
                </a:lnTo>
                <a:lnTo>
                  <a:pt x="6850907" y="6273302"/>
                </a:lnTo>
                <a:cubicBezTo>
                  <a:pt x="6818346" y="6432441"/>
                  <a:pt x="6677550" y="6552184"/>
                  <a:pt x="6508751" y="6552184"/>
                </a:cubicBezTo>
                <a:lnTo>
                  <a:pt x="3679661" y="6552184"/>
                </a:lnTo>
                <a:cubicBezTo>
                  <a:pt x="3541224" y="6552184"/>
                  <a:pt x="3429001" y="6439916"/>
                  <a:pt x="3429001" y="6301512"/>
                </a:cubicBezTo>
                <a:cubicBezTo>
                  <a:pt x="3429001" y="6163075"/>
                  <a:pt x="3316777" y="6050852"/>
                  <a:pt x="3178341" y="6050852"/>
                </a:cubicBezTo>
                <a:lnTo>
                  <a:pt x="349250" y="6050852"/>
                </a:lnTo>
                <a:cubicBezTo>
                  <a:pt x="156365" y="6050852"/>
                  <a:pt x="0" y="5894483"/>
                  <a:pt x="0" y="5701602"/>
                </a:cubicBezTo>
                <a:lnTo>
                  <a:pt x="0" y="349249"/>
                </a:lnTo>
                <a:cubicBezTo>
                  <a:pt x="0" y="156364"/>
                  <a:pt x="156364" y="0"/>
                  <a:pt x="349250" y="0"/>
                </a:cubicBezTo>
                <a:close/>
              </a:path>
            </a:pathLst>
          </a:custGeom>
          <a:blipFill>
            <a:blip r:embed="rId2">
              <a:alphaModFix amt="60000"/>
            </a:blip>
            <a:stretch>
              <a:fillRect/>
            </a:stretch>
          </a:blipFill>
        </p:spPr>
        <p:txBody>
          <a:bodyPr wrap="square">
            <a:noAutofit/>
          </a:bodyPr>
          <a:lstStyle/>
          <a:p>
            <a:endParaRPr lang="en-US"/>
          </a:p>
        </p:txBody>
      </p:sp>
      <p:sp>
        <p:nvSpPr>
          <p:cNvPr id="4" name="Content Placeholder 7">
            <a:extLst>
              <a:ext uri="{FF2B5EF4-FFF2-40B4-BE49-F238E27FC236}">
                <a16:creationId xmlns:a16="http://schemas.microsoft.com/office/drawing/2014/main" id="{2FA71202-73E3-EC77-A329-87C79A8076ED}"/>
              </a:ext>
            </a:extLst>
          </p:cNvPr>
          <p:cNvSpPr>
            <a:spLocks noGrp="1"/>
          </p:cNvSpPr>
          <p:nvPr>
            <p:ph sz="quarter" idx="14"/>
          </p:nvPr>
        </p:nvSpPr>
        <p:spPr>
          <a:xfrm>
            <a:off x="8153524" y="2315569"/>
            <a:ext cx="3657600" cy="3399431"/>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Footer Placeholder 18">
            <a:extLst>
              <a:ext uri="{FF2B5EF4-FFF2-40B4-BE49-F238E27FC236}">
                <a16:creationId xmlns:a16="http://schemas.microsoft.com/office/drawing/2014/main" id="{71FBFF96-90E9-F38D-7DE9-B0F3618F7E2D}"/>
              </a:ext>
            </a:extLst>
          </p:cNvPr>
          <p:cNvSpPr>
            <a:spLocks noGrp="1"/>
          </p:cNvSpPr>
          <p:nvPr>
            <p:ph type="ftr" sz="quarter" idx="17"/>
          </p:nvPr>
        </p:nvSpPr>
        <p:spPr/>
        <p:txBody>
          <a:bodyPr/>
          <a:lstStyle/>
          <a:p>
            <a:r>
              <a:rPr lang="en-US"/>
              <a:t>Sample Footer Text</a:t>
            </a:r>
          </a:p>
        </p:txBody>
      </p:sp>
      <p:sp>
        <p:nvSpPr>
          <p:cNvPr id="18" name="Date Placeholder 17">
            <a:extLst>
              <a:ext uri="{FF2B5EF4-FFF2-40B4-BE49-F238E27FC236}">
                <a16:creationId xmlns:a16="http://schemas.microsoft.com/office/drawing/2014/main" id="{2F86AE26-3DEB-A585-586A-3E96D1C9222C}"/>
              </a:ext>
            </a:extLst>
          </p:cNvPr>
          <p:cNvSpPr>
            <a:spLocks noGrp="1"/>
          </p:cNvSpPr>
          <p:nvPr>
            <p:ph type="dt" sz="half" idx="16"/>
          </p:nvPr>
        </p:nvSpPr>
        <p:spPr/>
        <p:txBody>
          <a:bodyPr/>
          <a:lstStyle/>
          <a:p>
            <a:fld id="{A4C70D3D-2EA3-41F5-B5FB-87A1D5BE41CB}" type="datetime1">
              <a:rPr lang="en-US" smtClean="0"/>
              <a:t>5/29/2026</a:t>
            </a:fld>
            <a:endParaRPr lang="en-US"/>
          </a:p>
        </p:txBody>
      </p:sp>
      <p:sp>
        <p:nvSpPr>
          <p:cNvPr id="20" name="Slide Number Placeholder 19">
            <a:extLst>
              <a:ext uri="{FF2B5EF4-FFF2-40B4-BE49-F238E27FC236}">
                <a16:creationId xmlns:a16="http://schemas.microsoft.com/office/drawing/2014/main" id="{61023988-9ADD-CF63-46AD-822C53C85840}"/>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715616873"/>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Content with Picture 6">
    <p:bg>
      <p:bgPr>
        <a:solidFill>
          <a:schemeClr val="bg1"/>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B270E86-172E-E52F-5FA2-F43C6B876A1F}"/>
              </a:ext>
            </a:extLst>
          </p:cNvPr>
          <p:cNvSpPr>
            <a:spLocks noGrp="1"/>
          </p:cNvSpPr>
          <p:nvPr>
            <p:ph type="title"/>
          </p:nvPr>
        </p:nvSpPr>
        <p:spPr>
          <a:xfrm>
            <a:off x="7239000" y="685799"/>
            <a:ext cx="4572000" cy="1142665"/>
          </a:xfrm>
        </p:spPr>
        <p:txBody>
          <a:bodyPr anchor="t">
            <a:normAutofit/>
          </a:bodyPr>
          <a:lstStyle>
            <a:lvl1pPr>
              <a:defRPr sz="3000"/>
            </a:lvl1pPr>
          </a:lstStyle>
          <a:p>
            <a:r>
              <a:rPr lang="en-US"/>
              <a:t>Click to edit Master title style</a:t>
            </a:r>
          </a:p>
        </p:txBody>
      </p:sp>
      <p:sp>
        <p:nvSpPr>
          <p:cNvPr id="23" name="Picture Placeholder 22">
            <a:extLst>
              <a:ext uri="{FF2B5EF4-FFF2-40B4-BE49-F238E27FC236}">
                <a16:creationId xmlns:a16="http://schemas.microsoft.com/office/drawing/2014/main" id="{A09759E0-34BA-620A-7C02-5DD57D991C19}"/>
              </a:ext>
            </a:extLst>
          </p:cNvPr>
          <p:cNvSpPr>
            <a:spLocks noGrp="1"/>
          </p:cNvSpPr>
          <p:nvPr>
            <p:ph type="pic" sz="quarter" idx="15"/>
          </p:nvPr>
        </p:nvSpPr>
        <p:spPr>
          <a:xfrm>
            <a:off x="152400" y="153417"/>
            <a:ext cx="5943599" cy="6552184"/>
          </a:xfrm>
          <a:custGeom>
            <a:avLst/>
            <a:gdLst>
              <a:gd name="connsiteX0" fmla="*/ 349249 w 5943599"/>
              <a:gd name="connsiteY0" fmla="*/ 0 h 6552184"/>
              <a:gd name="connsiteX1" fmla="*/ 5594350 w 5943599"/>
              <a:gd name="connsiteY1" fmla="*/ 0 h 6552184"/>
              <a:gd name="connsiteX2" fmla="*/ 5936505 w 5943599"/>
              <a:gd name="connsiteY2" fmla="*/ 278864 h 6552184"/>
              <a:gd name="connsiteX3" fmla="*/ 5943599 w 5943599"/>
              <a:gd name="connsiteY3" fmla="*/ 349240 h 6552184"/>
              <a:gd name="connsiteX4" fmla="*/ 5943599 w 5943599"/>
              <a:gd name="connsiteY4" fmla="*/ 6202933 h 6552184"/>
              <a:gd name="connsiteX5" fmla="*/ 5936505 w 5943599"/>
              <a:gd name="connsiteY5" fmla="*/ 6273302 h 6552184"/>
              <a:gd name="connsiteX6" fmla="*/ 5594350 w 5943599"/>
              <a:gd name="connsiteY6" fmla="*/ 6552184 h 6552184"/>
              <a:gd name="connsiteX7" fmla="*/ 3222460 w 5943599"/>
              <a:gd name="connsiteY7" fmla="*/ 6552184 h 6552184"/>
              <a:gd name="connsiteX8" fmla="*/ 2971800 w 5943599"/>
              <a:gd name="connsiteY8" fmla="*/ 6301512 h 6552184"/>
              <a:gd name="connsiteX9" fmla="*/ 2721140 w 5943599"/>
              <a:gd name="connsiteY9" fmla="*/ 6050852 h 6552184"/>
              <a:gd name="connsiteX10" fmla="*/ 349249 w 5943599"/>
              <a:gd name="connsiteY10" fmla="*/ 6050852 h 6552184"/>
              <a:gd name="connsiteX11" fmla="*/ 7095 w 5943599"/>
              <a:gd name="connsiteY11" fmla="*/ 5771987 h 6552184"/>
              <a:gd name="connsiteX12" fmla="*/ 0 w 5943599"/>
              <a:gd name="connsiteY12" fmla="*/ 5701612 h 6552184"/>
              <a:gd name="connsiteX13" fmla="*/ 0 w 5943599"/>
              <a:gd name="connsiteY13" fmla="*/ 349239 h 6552184"/>
              <a:gd name="connsiteX14" fmla="*/ 7095 w 5943599"/>
              <a:gd name="connsiteY14" fmla="*/ 278863 h 6552184"/>
              <a:gd name="connsiteX15" fmla="*/ 349249 w 5943599"/>
              <a:gd name="connsiteY15" fmla="*/ 0 h 6552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43599" h="6552184">
                <a:moveTo>
                  <a:pt x="349249" y="0"/>
                </a:moveTo>
                <a:lnTo>
                  <a:pt x="5594350" y="0"/>
                </a:lnTo>
                <a:cubicBezTo>
                  <a:pt x="5763127" y="0"/>
                  <a:pt x="5903939" y="119716"/>
                  <a:pt x="5936505" y="278864"/>
                </a:cubicBezTo>
                <a:lnTo>
                  <a:pt x="5943599" y="349240"/>
                </a:lnTo>
                <a:lnTo>
                  <a:pt x="5943599" y="6202933"/>
                </a:lnTo>
                <a:lnTo>
                  <a:pt x="5936505" y="6273302"/>
                </a:lnTo>
                <a:cubicBezTo>
                  <a:pt x="5903939" y="6432441"/>
                  <a:pt x="5763127" y="6552184"/>
                  <a:pt x="5594350" y="6552184"/>
                </a:cubicBezTo>
                <a:lnTo>
                  <a:pt x="3222460" y="6552184"/>
                </a:lnTo>
                <a:cubicBezTo>
                  <a:pt x="3084023" y="6552184"/>
                  <a:pt x="2971800" y="6439916"/>
                  <a:pt x="2971800" y="6301512"/>
                </a:cubicBezTo>
                <a:cubicBezTo>
                  <a:pt x="2971800" y="6163075"/>
                  <a:pt x="2859576" y="6050852"/>
                  <a:pt x="2721140" y="6050852"/>
                </a:cubicBezTo>
                <a:lnTo>
                  <a:pt x="349249" y="6050852"/>
                </a:lnTo>
                <a:cubicBezTo>
                  <a:pt x="180474" y="6050852"/>
                  <a:pt x="39661" y="5931132"/>
                  <a:pt x="7095" y="5771987"/>
                </a:cubicBezTo>
                <a:lnTo>
                  <a:pt x="0" y="5701612"/>
                </a:lnTo>
                <a:lnTo>
                  <a:pt x="0" y="349239"/>
                </a:lnTo>
                <a:lnTo>
                  <a:pt x="7095" y="278863"/>
                </a:lnTo>
                <a:cubicBezTo>
                  <a:pt x="39661" y="119716"/>
                  <a:pt x="180474" y="0"/>
                  <a:pt x="349249" y="0"/>
                </a:cubicBezTo>
                <a:close/>
              </a:path>
            </a:pathLst>
          </a:custGeom>
          <a:blipFill>
            <a:blip r:embed="rId2">
              <a:alphaModFix amt="60000"/>
            </a:blip>
            <a:stretch>
              <a:fillRect/>
            </a:stretch>
          </a:blipFill>
        </p:spPr>
        <p:txBody>
          <a:bodyPr wrap="square">
            <a:noAutofit/>
          </a:bodyPr>
          <a:lstStyle/>
          <a:p>
            <a:endParaRPr lang="en-US"/>
          </a:p>
        </p:txBody>
      </p:sp>
      <p:sp>
        <p:nvSpPr>
          <p:cNvPr id="9" name="Content Placeholder 7">
            <a:extLst>
              <a:ext uri="{FF2B5EF4-FFF2-40B4-BE49-F238E27FC236}">
                <a16:creationId xmlns:a16="http://schemas.microsoft.com/office/drawing/2014/main" id="{63B76838-CF87-13E2-3FB4-2C33A18A42E1}"/>
              </a:ext>
            </a:extLst>
          </p:cNvPr>
          <p:cNvSpPr>
            <a:spLocks noGrp="1"/>
          </p:cNvSpPr>
          <p:nvPr>
            <p:ph sz="quarter" idx="14"/>
          </p:nvPr>
        </p:nvSpPr>
        <p:spPr>
          <a:xfrm>
            <a:off x="7239000" y="1975104"/>
            <a:ext cx="4572000" cy="4197097"/>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Footer Placeholder 24">
            <a:extLst>
              <a:ext uri="{FF2B5EF4-FFF2-40B4-BE49-F238E27FC236}">
                <a16:creationId xmlns:a16="http://schemas.microsoft.com/office/drawing/2014/main" id="{8ADBC95E-510D-3B2D-86CA-02B88C4B2F68}"/>
              </a:ext>
            </a:extLst>
          </p:cNvPr>
          <p:cNvSpPr>
            <a:spLocks noGrp="1"/>
          </p:cNvSpPr>
          <p:nvPr>
            <p:ph type="ftr" sz="quarter" idx="17"/>
          </p:nvPr>
        </p:nvSpPr>
        <p:spPr>
          <a:xfrm>
            <a:off x="152400" y="6347057"/>
            <a:ext cx="2286000" cy="365125"/>
          </a:xfrm>
        </p:spPr>
        <p:txBody>
          <a:bodyPr/>
          <a:lstStyle/>
          <a:p>
            <a:r>
              <a:rPr lang="en-US"/>
              <a:t>Sample Footer Text</a:t>
            </a:r>
          </a:p>
        </p:txBody>
      </p:sp>
      <p:sp>
        <p:nvSpPr>
          <p:cNvPr id="24" name="Date Placeholder 23">
            <a:extLst>
              <a:ext uri="{FF2B5EF4-FFF2-40B4-BE49-F238E27FC236}">
                <a16:creationId xmlns:a16="http://schemas.microsoft.com/office/drawing/2014/main" id="{17BCEDA5-95B9-E7B2-CAB5-29E3BD272080}"/>
              </a:ext>
            </a:extLst>
          </p:cNvPr>
          <p:cNvSpPr>
            <a:spLocks noGrp="1"/>
          </p:cNvSpPr>
          <p:nvPr>
            <p:ph type="dt" sz="half" idx="16"/>
          </p:nvPr>
        </p:nvSpPr>
        <p:spPr/>
        <p:txBody>
          <a:bodyPr/>
          <a:lstStyle/>
          <a:p>
            <a:fld id="{8501D194-EF42-437F-80D1-052581A2D56F}" type="datetime1">
              <a:rPr lang="en-US" smtClean="0"/>
              <a:t>5/29/2026</a:t>
            </a:fld>
            <a:endParaRPr lang="en-US"/>
          </a:p>
        </p:txBody>
      </p:sp>
      <p:sp>
        <p:nvSpPr>
          <p:cNvPr id="26" name="Slide Number Placeholder 25">
            <a:extLst>
              <a:ext uri="{FF2B5EF4-FFF2-40B4-BE49-F238E27FC236}">
                <a16:creationId xmlns:a16="http://schemas.microsoft.com/office/drawing/2014/main" id="{B0979856-E127-0071-5A89-58D930F576D1}"/>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9446118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Content">
    <p:bg>
      <p:bgPr>
        <a:solidFill>
          <a:schemeClr val="bg1"/>
        </a:solidFill>
        <a:effectLst/>
      </p:bgPr>
    </p:bg>
    <p:spTree>
      <p:nvGrpSpPr>
        <p:cNvPr id="1" name=""/>
        <p:cNvGrpSpPr/>
        <p:nvPr/>
      </p:nvGrpSpPr>
      <p:grpSpPr>
        <a:xfrm>
          <a:off x="0" y="0"/>
          <a:ext cx="0" cy="0"/>
          <a:chOff x="0" y="0"/>
          <a:chExt cx="0" cy="0"/>
        </a:xfrm>
      </p:grpSpPr>
      <p:sp>
        <p:nvSpPr>
          <p:cNvPr id="19" name="Title Placeholder 1">
            <a:extLst>
              <a:ext uri="{FF2B5EF4-FFF2-40B4-BE49-F238E27FC236}">
                <a16:creationId xmlns:a16="http://schemas.microsoft.com/office/drawing/2014/main" id="{9E3969EE-7732-41DD-2DC3-A2E1AAB30881}"/>
              </a:ext>
            </a:extLst>
          </p:cNvPr>
          <p:cNvSpPr>
            <a:spLocks noGrp="1"/>
          </p:cNvSpPr>
          <p:nvPr>
            <p:ph type="title"/>
          </p:nvPr>
        </p:nvSpPr>
        <p:spPr>
          <a:xfrm>
            <a:off x="381000" y="691835"/>
            <a:ext cx="11429999" cy="755965"/>
          </a:xfrm>
          <a:prstGeom prst="rect">
            <a:avLst/>
          </a:prstGeom>
        </p:spPr>
        <p:txBody>
          <a:bodyPr vert="horz" lIns="91440" tIns="45720" rIns="91440" bIns="45720" rtlCol="0" anchor="t">
            <a:normAutofit/>
          </a:bodyPr>
          <a:lstStyle/>
          <a:p>
            <a:r>
              <a:rPr lang="en-US" dirty="0"/>
              <a:t>Click to edit Master title style</a:t>
            </a:r>
          </a:p>
        </p:txBody>
      </p:sp>
      <p:sp>
        <p:nvSpPr>
          <p:cNvPr id="18" name="Text Placeholder 2">
            <a:extLst>
              <a:ext uri="{FF2B5EF4-FFF2-40B4-BE49-F238E27FC236}">
                <a16:creationId xmlns:a16="http://schemas.microsoft.com/office/drawing/2014/main" id="{AEDD6D2F-5C2F-17BF-DEBA-0E6F06D22442}"/>
              </a:ext>
            </a:extLst>
          </p:cNvPr>
          <p:cNvSpPr>
            <a:spLocks noGrp="1"/>
          </p:cNvSpPr>
          <p:nvPr>
            <p:ph idx="1"/>
          </p:nvPr>
        </p:nvSpPr>
        <p:spPr>
          <a:xfrm>
            <a:off x="380999" y="1447799"/>
            <a:ext cx="11430000" cy="4718365"/>
          </a:xfrm>
          <a:prstGeom prst="rect">
            <a:avLst/>
          </a:prstGeom>
        </p:spPr>
        <p:txBody>
          <a:bodyPr vert="horz" lIns="91440" tIns="45720" rIns="91440" bIns="45720" rtlCol="0">
            <a:normAutofit/>
          </a:bodyPr>
          <a:lstStyle>
            <a:lvl1pPr>
              <a:defRPr b="0" i="0">
                <a:latin typeface="+mn-lt"/>
              </a:defRPr>
            </a:lvl1pPr>
            <a:lvl2pPr>
              <a:defRPr b="0" i="0">
                <a:latin typeface="+mn-lt"/>
              </a:defRPr>
            </a:lvl2pPr>
            <a:lvl3pPr>
              <a:defRPr b="0" i="0">
                <a:latin typeface="+mn-lt"/>
              </a:defRPr>
            </a:lvl3pPr>
            <a:lvl4pPr>
              <a:defRPr b="0" i="0">
                <a:latin typeface="+mn-lt"/>
              </a:defRPr>
            </a:lvl4pPr>
            <a:lvl5pPr>
              <a:defRPr b="0" i="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07626418-29B4-84BA-F111-4F7708DEFA81}"/>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29095984-255C-540F-7973-72A8D1E34440}"/>
              </a:ext>
            </a:extLst>
          </p:cNvPr>
          <p:cNvSpPr>
            <a:spLocks noGrp="1"/>
          </p:cNvSpPr>
          <p:nvPr>
            <p:ph type="dt" sz="half" idx="10"/>
          </p:nvPr>
        </p:nvSpPr>
        <p:spPr/>
        <p:txBody>
          <a:bodyPr/>
          <a:lstStyle/>
          <a:p>
            <a:fld id="{2AD3308C-3C59-4689-ACA2-7D3758736E4A}" type="datetime1">
              <a:rPr lang="en-US" smtClean="0"/>
              <a:t>5/29/2026</a:t>
            </a:fld>
            <a:endParaRPr lang="en-US"/>
          </a:p>
        </p:txBody>
      </p:sp>
      <p:sp>
        <p:nvSpPr>
          <p:cNvPr id="7" name="Slide Number Placeholder 6">
            <a:extLst>
              <a:ext uri="{FF2B5EF4-FFF2-40B4-BE49-F238E27FC236}">
                <a16:creationId xmlns:a16="http://schemas.microsoft.com/office/drawing/2014/main" id="{72FF646D-D3BB-C299-5B27-DE0157DD1EBC}"/>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47046551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1_Two Content">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ADE5D-9EBB-FD2B-6B9B-CB2C00AAE7C3}"/>
              </a:ext>
            </a:extLst>
          </p:cNvPr>
          <p:cNvSpPr>
            <a:spLocks noGrp="1"/>
          </p:cNvSpPr>
          <p:nvPr>
            <p:ph type="title"/>
          </p:nvPr>
        </p:nvSpPr>
        <p:spPr>
          <a:xfrm>
            <a:off x="381000" y="691835"/>
            <a:ext cx="11430000" cy="908365"/>
          </a:xfrm>
          <a:prstGeom prst="rect">
            <a:avLst/>
          </a:prstGeom>
        </p:spPr>
        <p:txBody>
          <a:bodyPr vert="horz" lIns="91440" tIns="45720" rIns="91440" bIns="45720" rtlCol="0" anchor="t">
            <a:normAutofit/>
          </a:bodyPr>
          <a:lstStyle/>
          <a:p>
            <a:r>
              <a:rPr lang="en-US"/>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381000" y="1825625"/>
            <a:ext cx="5257800" cy="4340540"/>
          </a:xfrm>
        </p:spPr>
        <p:txBody>
          <a:bodyPr/>
          <a:lstStyle>
            <a:lvl1pPr>
              <a:defRPr b="0" i="0">
                <a:latin typeface="+mn-lt"/>
              </a:defRPr>
            </a:lvl1pPr>
            <a:lvl2pPr>
              <a:defRPr b="0">
                <a:latin typeface="+mn-lt"/>
              </a:defRPr>
            </a:lvl2pPr>
            <a:lvl3pPr>
              <a:defRPr b="0">
                <a:latin typeface="+mn-lt"/>
              </a:defRPr>
            </a:lvl3pPr>
            <a:lvl4pPr>
              <a:defRPr b="0">
                <a:latin typeface="+mn-lt"/>
              </a:defRPr>
            </a:lvl4pPr>
            <a:lvl5pPr>
              <a:defRPr b="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553200" y="1825625"/>
            <a:ext cx="5257800" cy="4340540"/>
          </a:xfrm>
        </p:spPr>
        <p:txBody>
          <a:bodyPr/>
          <a:lstStyle>
            <a:lvl1pPr>
              <a:defRPr b="0" i="0">
                <a:latin typeface="+mn-lt"/>
              </a:defRPr>
            </a:lvl1pPr>
            <a:lvl2pPr>
              <a:defRPr b="0" i="0">
                <a:latin typeface="+mn-lt"/>
              </a:defRPr>
            </a:lvl2pPr>
            <a:lvl3pPr>
              <a:defRPr b="0" i="0">
                <a:latin typeface="+mn-lt"/>
              </a:defRPr>
            </a:lvl3pPr>
            <a:lvl4pPr>
              <a:defRPr b="0" i="0">
                <a:latin typeface="+mn-lt"/>
              </a:defRPr>
            </a:lvl4pPr>
            <a:lvl5pPr>
              <a:defRPr b="0" i="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0529E1D-85A3-AFE0-0936-A45EA8FEC503}"/>
              </a:ext>
            </a:extLst>
          </p:cNvPr>
          <p:cNvSpPr>
            <a:spLocks noGrp="1"/>
          </p:cNvSpPr>
          <p:nvPr>
            <p:ph type="ftr" sz="quarter" idx="18"/>
          </p:nvPr>
        </p:nvSpPr>
        <p:spPr/>
        <p:txBody>
          <a:bodyPr/>
          <a:lstStyle/>
          <a:p>
            <a:r>
              <a:rPr lang="en-US"/>
              <a:t>Sample Footer Text</a:t>
            </a:r>
          </a:p>
        </p:txBody>
      </p:sp>
      <p:sp>
        <p:nvSpPr>
          <p:cNvPr id="3" name="Date Placeholder 2">
            <a:extLst>
              <a:ext uri="{FF2B5EF4-FFF2-40B4-BE49-F238E27FC236}">
                <a16:creationId xmlns:a16="http://schemas.microsoft.com/office/drawing/2014/main" id="{73D344AB-8B83-76F2-09B9-2D606269ECC5}"/>
              </a:ext>
            </a:extLst>
          </p:cNvPr>
          <p:cNvSpPr>
            <a:spLocks noGrp="1"/>
          </p:cNvSpPr>
          <p:nvPr>
            <p:ph type="dt" sz="half" idx="17"/>
          </p:nvPr>
        </p:nvSpPr>
        <p:spPr/>
        <p:txBody>
          <a:bodyPr/>
          <a:lstStyle/>
          <a:p>
            <a:fld id="{DE8829D3-7A19-4341-BCE1-D36CA455B830}" type="datetime1">
              <a:rPr lang="en-US" smtClean="0"/>
              <a:t>5/29/2026</a:t>
            </a:fld>
            <a:endParaRPr lang="en-US"/>
          </a:p>
        </p:txBody>
      </p:sp>
      <p:sp>
        <p:nvSpPr>
          <p:cNvPr id="7" name="Slide Number Placeholder 6">
            <a:extLst>
              <a:ext uri="{FF2B5EF4-FFF2-40B4-BE49-F238E27FC236}">
                <a16:creationId xmlns:a16="http://schemas.microsoft.com/office/drawing/2014/main" id="{1BE82BE9-2D98-AA2B-044A-3F2246C64032}"/>
              </a:ext>
            </a:extLst>
          </p:cNvPr>
          <p:cNvSpPr>
            <a:spLocks noGrp="1"/>
          </p:cNvSpPr>
          <p:nvPr>
            <p:ph type="sldNum" sz="quarter" idx="19"/>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280559665"/>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Content with Picture 17">
    <p:bg>
      <p:bgPr>
        <a:solidFill>
          <a:schemeClr val="bg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9746344-2F7D-4A55-E6DD-6BBEF41A7B66}"/>
              </a:ext>
            </a:extLst>
          </p:cNvPr>
          <p:cNvSpPr>
            <a:spLocks noGrp="1"/>
          </p:cNvSpPr>
          <p:nvPr>
            <p:ph type="title"/>
          </p:nvPr>
        </p:nvSpPr>
        <p:spPr>
          <a:xfrm>
            <a:off x="381000" y="709099"/>
            <a:ext cx="4572000" cy="1348301"/>
          </a:xfrm>
          <a:prstGeom prst="rect">
            <a:avLst/>
          </a:prstGeom>
        </p:spPr>
        <p:txBody>
          <a:bodyPr anchor="t">
            <a:normAutofit/>
          </a:bodyPr>
          <a:lstStyle>
            <a:lvl1pPr>
              <a:defRPr sz="2800"/>
            </a:lvl1pPr>
          </a:lstStyle>
          <a:p>
            <a:r>
              <a:rPr lang="en-US"/>
              <a:t>Click to edit Master title style</a:t>
            </a:r>
          </a:p>
        </p:txBody>
      </p:sp>
      <p:sp>
        <p:nvSpPr>
          <p:cNvPr id="11" name="Picture Placeholder 10">
            <a:extLst>
              <a:ext uri="{FF2B5EF4-FFF2-40B4-BE49-F238E27FC236}">
                <a16:creationId xmlns:a16="http://schemas.microsoft.com/office/drawing/2014/main" id="{C45C96D9-D192-32BB-6CEF-7F4A787A921E}"/>
              </a:ext>
            </a:extLst>
          </p:cNvPr>
          <p:cNvSpPr>
            <a:spLocks noGrp="1"/>
          </p:cNvSpPr>
          <p:nvPr>
            <p:ph type="pic" sz="quarter" idx="15"/>
          </p:nvPr>
        </p:nvSpPr>
        <p:spPr>
          <a:xfrm>
            <a:off x="387926" y="2590800"/>
            <a:ext cx="4578206" cy="3560521"/>
          </a:xfrm>
          <a:custGeom>
            <a:avLst/>
            <a:gdLst>
              <a:gd name="connsiteX0" fmla="*/ 345466 w 4114800"/>
              <a:gd name="connsiteY0" fmla="*/ 0 h 3200125"/>
              <a:gd name="connsiteX1" fmla="*/ 3769335 w 4114800"/>
              <a:gd name="connsiteY1" fmla="*/ 0 h 3200125"/>
              <a:gd name="connsiteX2" fmla="*/ 3835937 w 4114800"/>
              <a:gd name="connsiteY2" fmla="*/ 6705 h 3200125"/>
              <a:gd name="connsiteX3" fmla="*/ 4114800 w 4114800"/>
              <a:gd name="connsiteY3" fmla="*/ 348409 h 3200125"/>
              <a:gd name="connsiteX4" fmla="*/ 4114800 w 4114800"/>
              <a:gd name="connsiteY4" fmla="*/ 2851335 h 3200125"/>
              <a:gd name="connsiteX5" fmla="*/ 3765550 w 4114800"/>
              <a:gd name="connsiteY5" fmla="*/ 3200125 h 3200125"/>
              <a:gd name="connsiteX6" fmla="*/ 349250 w 4114800"/>
              <a:gd name="connsiteY6" fmla="*/ 3200125 h 3200125"/>
              <a:gd name="connsiteX7" fmla="*/ 0 w 4114800"/>
              <a:gd name="connsiteY7" fmla="*/ 2851335 h 3200125"/>
              <a:gd name="connsiteX8" fmla="*/ 0 w 4114800"/>
              <a:gd name="connsiteY8" fmla="*/ 348409 h 3200125"/>
              <a:gd name="connsiteX9" fmla="*/ 278864 w 4114800"/>
              <a:gd name="connsiteY9" fmla="*/ 6705 h 3200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14800" h="3200125">
                <a:moveTo>
                  <a:pt x="345466" y="0"/>
                </a:moveTo>
                <a:lnTo>
                  <a:pt x="3769335" y="0"/>
                </a:lnTo>
                <a:lnTo>
                  <a:pt x="3835937" y="6705"/>
                </a:lnTo>
                <a:cubicBezTo>
                  <a:pt x="3995086" y="39229"/>
                  <a:pt x="4114800" y="179857"/>
                  <a:pt x="4114800" y="348409"/>
                </a:cubicBezTo>
                <a:lnTo>
                  <a:pt x="4114800" y="2851335"/>
                </a:lnTo>
                <a:cubicBezTo>
                  <a:pt x="4114800" y="3043969"/>
                  <a:pt x="3958438" y="3200125"/>
                  <a:pt x="3765550" y="3200125"/>
                </a:cubicBezTo>
                <a:lnTo>
                  <a:pt x="349250" y="3200125"/>
                </a:lnTo>
                <a:cubicBezTo>
                  <a:pt x="156364" y="3200125"/>
                  <a:pt x="0" y="3043969"/>
                  <a:pt x="0" y="2851335"/>
                </a:cubicBezTo>
                <a:lnTo>
                  <a:pt x="0" y="348409"/>
                </a:lnTo>
                <a:cubicBezTo>
                  <a:pt x="0" y="179857"/>
                  <a:pt x="119716" y="39229"/>
                  <a:pt x="278864" y="6705"/>
                </a:cubicBezTo>
                <a:close/>
              </a:path>
            </a:pathLst>
          </a:custGeom>
          <a:blipFill>
            <a:blip r:embed="rId2">
              <a:alphaModFix amt="60000"/>
            </a:blip>
            <a:stretch>
              <a:fillRect/>
            </a:stretch>
          </a:blipFill>
        </p:spPr>
        <p:txBody>
          <a:bodyPr wrap="square">
            <a:noAutofit/>
          </a:bodyPr>
          <a:lstStyle/>
          <a:p>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638800" y="706803"/>
            <a:ext cx="6172200" cy="5465398"/>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13">
            <a:extLst>
              <a:ext uri="{FF2B5EF4-FFF2-40B4-BE49-F238E27FC236}">
                <a16:creationId xmlns:a16="http://schemas.microsoft.com/office/drawing/2014/main" id="{38C66154-743D-C7F5-97C4-2FAB2B6A1D3C}"/>
              </a:ext>
            </a:extLst>
          </p:cNvPr>
          <p:cNvSpPr>
            <a:spLocks noGrp="1"/>
          </p:cNvSpPr>
          <p:nvPr>
            <p:ph type="ftr" sz="quarter" idx="17"/>
          </p:nvPr>
        </p:nvSpPr>
        <p:spPr/>
        <p:txBody>
          <a:bodyPr/>
          <a:lstStyle/>
          <a:p>
            <a:r>
              <a:rPr lang="en-US"/>
              <a:t>Sample Footer Text</a:t>
            </a:r>
          </a:p>
        </p:txBody>
      </p:sp>
      <p:sp>
        <p:nvSpPr>
          <p:cNvPr id="13" name="Date Placeholder 12">
            <a:extLst>
              <a:ext uri="{FF2B5EF4-FFF2-40B4-BE49-F238E27FC236}">
                <a16:creationId xmlns:a16="http://schemas.microsoft.com/office/drawing/2014/main" id="{AA3F3A86-D339-7100-3E81-E5798445D506}"/>
              </a:ext>
            </a:extLst>
          </p:cNvPr>
          <p:cNvSpPr>
            <a:spLocks noGrp="1"/>
          </p:cNvSpPr>
          <p:nvPr>
            <p:ph type="dt" sz="half" idx="16"/>
          </p:nvPr>
        </p:nvSpPr>
        <p:spPr/>
        <p:txBody>
          <a:bodyPr/>
          <a:lstStyle/>
          <a:p>
            <a:fld id="{82C27D42-2204-46A4-BBCE-73A8543647D3}" type="datetime1">
              <a:rPr lang="en-US" smtClean="0"/>
              <a:t>5/29/2026</a:t>
            </a:fld>
            <a:endParaRPr lang="en-US"/>
          </a:p>
        </p:txBody>
      </p:sp>
      <p:sp>
        <p:nvSpPr>
          <p:cNvPr id="15" name="Slide Number Placeholder 14">
            <a:extLst>
              <a:ext uri="{FF2B5EF4-FFF2-40B4-BE49-F238E27FC236}">
                <a16:creationId xmlns:a16="http://schemas.microsoft.com/office/drawing/2014/main" id="{FEDCFD90-149A-5BBC-51D0-89BB36B9E80A}"/>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75088305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62.xml"/><Relationship Id="rId13" Type="http://schemas.openxmlformats.org/officeDocument/2006/relationships/slideLayout" Target="../slideLayouts/slideLayout67.xml"/><Relationship Id="rId18" Type="http://schemas.openxmlformats.org/officeDocument/2006/relationships/slideLayout" Target="../slideLayouts/slideLayout72.xml"/><Relationship Id="rId3" Type="http://schemas.openxmlformats.org/officeDocument/2006/relationships/slideLayout" Target="../slideLayouts/slideLayout57.xml"/><Relationship Id="rId21" Type="http://schemas.openxmlformats.org/officeDocument/2006/relationships/slideLayout" Target="../slideLayouts/slideLayout75.xml"/><Relationship Id="rId7" Type="http://schemas.openxmlformats.org/officeDocument/2006/relationships/slideLayout" Target="../slideLayouts/slideLayout61.xml"/><Relationship Id="rId12" Type="http://schemas.openxmlformats.org/officeDocument/2006/relationships/slideLayout" Target="../slideLayouts/slideLayout66.xml"/><Relationship Id="rId17" Type="http://schemas.openxmlformats.org/officeDocument/2006/relationships/slideLayout" Target="../slideLayouts/slideLayout71.xml"/><Relationship Id="rId2" Type="http://schemas.openxmlformats.org/officeDocument/2006/relationships/slideLayout" Target="../slideLayouts/slideLayout56.xml"/><Relationship Id="rId16" Type="http://schemas.openxmlformats.org/officeDocument/2006/relationships/slideLayout" Target="../slideLayouts/slideLayout70.xml"/><Relationship Id="rId20" Type="http://schemas.openxmlformats.org/officeDocument/2006/relationships/slideLayout" Target="../slideLayouts/slideLayout74.xml"/><Relationship Id="rId1" Type="http://schemas.openxmlformats.org/officeDocument/2006/relationships/slideLayout" Target="../slideLayouts/slideLayout55.xml"/><Relationship Id="rId6" Type="http://schemas.openxmlformats.org/officeDocument/2006/relationships/slideLayout" Target="../slideLayouts/slideLayout60.xml"/><Relationship Id="rId11" Type="http://schemas.openxmlformats.org/officeDocument/2006/relationships/slideLayout" Target="../slideLayouts/slideLayout65.xml"/><Relationship Id="rId5" Type="http://schemas.openxmlformats.org/officeDocument/2006/relationships/slideLayout" Target="../slideLayouts/slideLayout59.xml"/><Relationship Id="rId15" Type="http://schemas.openxmlformats.org/officeDocument/2006/relationships/slideLayout" Target="../slideLayouts/slideLayout69.xml"/><Relationship Id="rId10" Type="http://schemas.openxmlformats.org/officeDocument/2006/relationships/slideLayout" Target="../slideLayouts/slideLayout64.xml"/><Relationship Id="rId19" Type="http://schemas.openxmlformats.org/officeDocument/2006/relationships/slideLayout" Target="../slideLayouts/slideLayout73.xml"/><Relationship Id="rId4" Type="http://schemas.openxmlformats.org/officeDocument/2006/relationships/slideLayout" Target="../slideLayouts/slideLayout58.xml"/><Relationship Id="rId9" Type="http://schemas.openxmlformats.org/officeDocument/2006/relationships/slideLayout" Target="../slideLayouts/slideLayout63.xml"/><Relationship Id="rId14" Type="http://schemas.openxmlformats.org/officeDocument/2006/relationships/slideLayout" Target="../slideLayouts/slideLayout68.xml"/><Relationship Id="rId2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381002" y="691835"/>
            <a:ext cx="11429998" cy="908365"/>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381000" y="1752600"/>
            <a:ext cx="11430000" cy="441356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Footer Placeholder 4">
            <a:extLst>
              <a:ext uri="{FF2B5EF4-FFF2-40B4-BE49-F238E27FC236}">
                <a16:creationId xmlns:a16="http://schemas.microsoft.com/office/drawing/2014/main" id="{DCFE50CA-A07B-1BE8-AB0E-F3855F27B14C}"/>
              </a:ext>
            </a:extLst>
          </p:cNvPr>
          <p:cNvSpPr>
            <a:spLocks noGrp="1"/>
          </p:cNvSpPr>
          <p:nvPr>
            <p:ph type="ftr" sz="quarter" idx="3"/>
          </p:nvPr>
        </p:nvSpPr>
        <p:spPr>
          <a:xfrm>
            <a:off x="381000" y="6347057"/>
            <a:ext cx="3200400" cy="365125"/>
          </a:xfrm>
          <a:prstGeom prst="rect">
            <a:avLst/>
          </a:prstGeom>
        </p:spPr>
        <p:txBody>
          <a:bodyPr vert="horz" lIns="91440" tIns="45720" rIns="91440" bIns="45720" rtlCol="0" anchor="ctr"/>
          <a:lstStyle>
            <a:lvl1pPr algn="l" rtl="0">
              <a:defRPr sz="800" b="0" i="0" cap="all" spc="100" baseline="0">
                <a:solidFill>
                  <a:schemeClr val="tx1"/>
                </a:solidFill>
                <a:latin typeface="+mn-lt"/>
                <a:cs typeface="Segoe UI" panose="020B0502040204020203" pitchFamily="34" charset="0"/>
              </a:defRPr>
            </a:lvl1pPr>
          </a:lstStyle>
          <a:p>
            <a:r>
              <a:rPr lang="en-US"/>
              <a:t>Sample Footer Text</a:t>
            </a:r>
          </a:p>
        </p:txBody>
      </p:sp>
      <p:sp>
        <p:nvSpPr>
          <p:cNvPr id="18" name="Date Placeholder 3">
            <a:extLst>
              <a:ext uri="{FF2B5EF4-FFF2-40B4-BE49-F238E27FC236}">
                <a16:creationId xmlns:a16="http://schemas.microsoft.com/office/drawing/2014/main" id="{DE26C4DF-9E75-7A5B-2595-BEA6116A42A6}"/>
              </a:ext>
            </a:extLst>
          </p:cNvPr>
          <p:cNvSpPr>
            <a:spLocks noGrp="1"/>
          </p:cNvSpPr>
          <p:nvPr>
            <p:ph type="dt" sz="half" idx="2"/>
          </p:nvPr>
        </p:nvSpPr>
        <p:spPr>
          <a:xfrm>
            <a:off x="9525000" y="6340475"/>
            <a:ext cx="1800171" cy="365125"/>
          </a:xfrm>
          <a:prstGeom prst="rect">
            <a:avLst/>
          </a:prstGeom>
        </p:spPr>
        <p:txBody>
          <a:bodyPr vert="horz" lIns="91440" tIns="45720" rIns="91440" bIns="45720" rtlCol="0" anchor="ctr"/>
          <a:lstStyle>
            <a:lvl1pPr algn="r" rtl="0">
              <a:defRPr sz="800" b="0" i="0" cap="all" spc="100" baseline="0">
                <a:solidFill>
                  <a:schemeClr val="tx1"/>
                </a:solidFill>
                <a:latin typeface="+mn-lt"/>
                <a:cs typeface="Segoe UI" panose="020B0502040204020203" pitchFamily="34" charset="0"/>
              </a:defRPr>
            </a:lvl1pPr>
          </a:lstStyle>
          <a:p>
            <a:fld id="{A0C29F69-8498-48AC-9C10-315605ACFAB7}" type="datetime1">
              <a:rPr lang="en-US" smtClean="0"/>
              <a:t>5/29/2026</a:t>
            </a:fld>
            <a:endParaRPr lang="en-US"/>
          </a:p>
        </p:txBody>
      </p:sp>
      <p:sp>
        <p:nvSpPr>
          <p:cNvPr id="19" name="Slide Number Placeholder 5">
            <a:extLst>
              <a:ext uri="{FF2B5EF4-FFF2-40B4-BE49-F238E27FC236}">
                <a16:creationId xmlns:a16="http://schemas.microsoft.com/office/drawing/2014/main" id="{C94B77EC-B34E-F076-4684-F1C05BA67E85}"/>
              </a:ext>
            </a:extLst>
          </p:cNvPr>
          <p:cNvSpPr>
            <a:spLocks noGrp="1"/>
          </p:cNvSpPr>
          <p:nvPr>
            <p:ph type="sldNum" sz="quarter" idx="4"/>
          </p:nvPr>
        </p:nvSpPr>
        <p:spPr>
          <a:xfrm>
            <a:off x="11375694" y="6340475"/>
            <a:ext cx="429207" cy="365125"/>
          </a:xfrm>
          <a:prstGeom prst="rect">
            <a:avLst/>
          </a:prstGeom>
        </p:spPr>
        <p:txBody>
          <a:bodyPr vert="horz" lIns="91440" tIns="45720" rIns="91440" bIns="45720" rtlCol="0" anchor="ctr"/>
          <a:lstStyle>
            <a:lvl1pPr algn="r" rtl="0">
              <a:defRPr sz="800" b="0" i="0" cap="all" spc="100" baseline="0">
                <a:solidFill>
                  <a:schemeClr val="tx1"/>
                </a:solidFill>
                <a:latin typeface="+mn-lt"/>
                <a:cs typeface="Segoe UI" panose="020B0502040204020203" pitchFamily="34" charset="0"/>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9707866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Lst>
  <p:hf sldNum="0" hdr="0" ftr="0" dt="0"/>
  <p:txStyles>
    <p:titleStyle>
      <a:lvl1pPr algn="l" defTabSz="914400" rtl="0" eaLnBrk="1" latinLnBrk="0" hangingPunct="1">
        <a:lnSpc>
          <a:spcPct val="80000"/>
        </a:lnSpc>
        <a:spcBef>
          <a:spcPct val="0"/>
        </a:spcBef>
        <a:buNone/>
        <a:defRPr sz="2800" b="0" i="0" kern="1200" spc="0" baseline="0">
          <a:solidFill>
            <a:schemeClr val="tx1"/>
          </a:solidFill>
          <a:latin typeface="+mj-lt"/>
          <a:ea typeface="+mj-ea"/>
          <a:cs typeface="Biome" panose="020B0503030204020804" pitchFamily="34" charset="0"/>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b="0" i="0" kern="1200">
          <a:solidFill>
            <a:schemeClr val="tx1"/>
          </a:solidFill>
          <a:latin typeface="+mn-lt"/>
          <a:ea typeface="+mn-ea"/>
          <a:cs typeface="Segoe UI" panose="020B0502040204020203" pitchFamily="34" charset="0"/>
        </a:defRPr>
      </a:lvl1pPr>
      <a:lvl2pPr marL="2286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Segoe UI" panose="020B0502040204020203" pitchFamily="34" charset="0"/>
        </a:defRPr>
      </a:lvl2pPr>
      <a:lvl3pPr marL="4572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Segoe UI" panose="020B0502040204020203" pitchFamily="34" charset="0"/>
        </a:defRPr>
      </a:lvl3pPr>
      <a:lvl4pPr marL="6858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Segoe UI" panose="020B0502040204020203" pitchFamily="34" charset="0"/>
        </a:defRPr>
      </a:lvl4pPr>
      <a:lvl5pPr marL="9144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3" orient="horz" pos="2160" userDrawn="1">
          <p15:clr>
            <a:srgbClr val="F26B43"/>
          </p15:clr>
        </p15:guide>
        <p15:guide id="24" pos="240" userDrawn="1">
          <p15:clr>
            <a:srgbClr val="F26B43"/>
          </p15:clr>
        </p15:guide>
        <p15:guide id="25" pos="7296" userDrawn="1">
          <p15:clr>
            <a:srgbClr val="F26B43"/>
          </p15:clr>
        </p15:guide>
        <p15:guide id="26" pos="3840" userDrawn="1">
          <p15:clr>
            <a:srgbClr val="F26B43"/>
          </p15:clr>
        </p15:guide>
        <p15:guide id="27" orient="horz" pos="432" userDrawn="1">
          <p15:clr>
            <a:srgbClr val="F26B43"/>
          </p15:clr>
        </p15:guide>
        <p15:guide id="28" orient="horz" pos="3888" userDrawn="1">
          <p15:clr>
            <a:srgbClr val="F26B43"/>
          </p15:clr>
        </p15:guide>
        <p15:guide id="29" pos="96" userDrawn="1">
          <p15:clr>
            <a:srgbClr val="F26B43"/>
          </p15:clr>
        </p15:guide>
        <p15:guide id="30" pos="7584" userDrawn="1">
          <p15:clr>
            <a:srgbClr val="F26B43"/>
          </p15:clr>
        </p15:guide>
        <p15:guide id="31" orient="horz" pos="96" userDrawn="1">
          <p15:clr>
            <a:srgbClr val="F26B43"/>
          </p15:clr>
        </p15:guide>
        <p15:guide id="32" orient="horz" pos="4224" userDrawn="1">
          <p15:clr>
            <a:srgbClr val="F26B43"/>
          </p15:clr>
        </p15:guide>
        <p15:guide id="33" pos="384" userDrawn="1">
          <p15:clr>
            <a:srgbClr val="F26B43"/>
          </p15:clr>
        </p15:guide>
        <p15:guide id="34" pos="74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0C29F69-8498-48AC-9C10-315605ACFAB7}" type="datetime1">
              <a:rPr lang="en-US" smtClean="0"/>
              <a:t>5/29/2026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a:t>Sample Footer Text</a:t>
            </a:r>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101479318"/>
      </p:ext>
    </p:extLst>
  </p:cSld>
  <p:clrMap bg1="lt1" tx1="dk1" bg2="lt2" tx2="dk2" accent1="accent1" accent2="accent2" accent3="accent3" accent4="accent4" accent5="accent5" accent6="accent6" hlink="hlink" folHlink="folHlink"/>
  <p:sldLayoutIdLst>
    <p:sldLayoutId id="2147483762" r:id="rId1"/>
    <p:sldLayoutId id="2147483763" r:id="rId2"/>
    <p:sldLayoutId id="2147483764" r:id="rId3"/>
    <p:sldLayoutId id="2147483765" r:id="rId4"/>
    <p:sldLayoutId id="2147483766" r:id="rId5"/>
    <p:sldLayoutId id="2147483767" r:id="rId6"/>
    <p:sldLayoutId id="2147483768" r:id="rId7"/>
    <p:sldLayoutId id="2147483769" r:id="rId8"/>
    <p:sldLayoutId id="2147483770" r:id="rId9"/>
    <p:sldLayoutId id="2147483771" r:id="rId10"/>
    <p:sldLayoutId id="2147483772" r:id="rId11"/>
    <p:sldLayoutId id="2147483773" r:id="rId12"/>
    <p:sldLayoutId id="2147483774" r:id="rId13"/>
    <p:sldLayoutId id="2147483775" r:id="rId14"/>
    <p:sldLayoutId id="2147483776" r:id="rId15"/>
    <p:sldLayoutId id="2147483777" r:id="rId16"/>
    <p:sldLayoutId id="2147483778" r:id="rId17"/>
    <p:sldLayoutId id="2147483779" r:id="rId18"/>
    <p:sldLayoutId id="2147483780" r:id="rId19"/>
    <p:sldLayoutId id="2147483781" r:id="rId20"/>
    <p:sldLayoutId id="2147483782" r:id="rId21"/>
  </p:sldLayoutIdLs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62.xml"/><Relationship Id="rId4" Type="http://schemas.openxmlformats.org/officeDocument/2006/relationships/image" Target="../media/image36.png"/></Relationships>
</file>

<file path=ppt/slides/_rels/slide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xml"/><Relationship Id="rId1" Type="http://schemas.openxmlformats.org/officeDocument/2006/relationships/slideLayout" Target="../slideLayouts/slideLayout62.xml"/></Relationships>
</file>

<file path=ppt/slides/_rels/slide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xml"/><Relationship Id="rId1" Type="http://schemas.openxmlformats.org/officeDocument/2006/relationships/slideLayout" Target="../slideLayouts/slideLayout71.xml"/><Relationship Id="rId4" Type="http://schemas.openxmlformats.org/officeDocument/2006/relationships/image" Target="../media/image17.jpeg"/></Relationships>
</file>

<file path=ppt/slides/_rels/slide1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xml"/><Relationship Id="rId1" Type="http://schemas.openxmlformats.org/officeDocument/2006/relationships/slideLayout" Target="../slideLayouts/slideLayout62.xml"/></Relationships>
</file>

<file path=ppt/slides/_rels/slide1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xml"/><Relationship Id="rId1" Type="http://schemas.openxmlformats.org/officeDocument/2006/relationships/slideLayout" Target="../slideLayouts/slideLayout72.xml"/><Relationship Id="rId4" Type="http://schemas.openxmlformats.org/officeDocument/2006/relationships/image" Target="../media/image10.jpeg"/></Relationships>
</file>

<file path=ppt/slides/_rels/slide1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xml"/><Relationship Id="rId1" Type="http://schemas.openxmlformats.org/officeDocument/2006/relationships/slideLayout" Target="../slideLayouts/slideLayout73.xml"/></Relationships>
</file>

<file path=ppt/slides/_rels/slide1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6.xml"/><Relationship Id="rId1" Type="http://schemas.openxmlformats.org/officeDocument/2006/relationships/slideLayout" Target="../slideLayouts/slideLayout62.xml"/></Relationships>
</file>

<file path=ppt/slides/_rels/slide1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7.xml"/><Relationship Id="rId1" Type="http://schemas.openxmlformats.org/officeDocument/2006/relationships/slideLayout" Target="../slideLayouts/slideLayout62.xml"/></Relationships>
</file>

<file path=ppt/slides/_rels/slide1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8.xml"/><Relationship Id="rId1" Type="http://schemas.openxmlformats.org/officeDocument/2006/relationships/slideLayout" Target="../slideLayouts/slideLayout74.xml"/></Relationships>
</file>

<file path=ppt/slides/_rels/slide1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9.xml"/><Relationship Id="rId1" Type="http://schemas.openxmlformats.org/officeDocument/2006/relationships/slideLayout" Target="../slideLayouts/slideLayout62.xml"/></Relationships>
</file>

<file path=ppt/slides/_rels/slide1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0.xml"/><Relationship Id="rId1" Type="http://schemas.openxmlformats.org/officeDocument/2006/relationships/slideLayout" Target="../slideLayouts/slideLayout75.xml"/><Relationship Id="rId4" Type="http://schemas.openxmlformats.org/officeDocument/2006/relationships/image" Target="../media/image19.jpeg"/></Relationships>
</file>

<file path=ppt/slides/_rels/slide1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1.xml"/><Relationship Id="rId1" Type="http://schemas.openxmlformats.org/officeDocument/2006/relationships/slideLayout" Target="../slideLayouts/slideLayout75.xml"/></Relationships>
</file>

<file path=ppt/slides/_rels/slide19.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12.xml"/><Relationship Id="rId1" Type="http://schemas.openxmlformats.org/officeDocument/2006/relationships/slideLayout" Target="../slideLayouts/slideLayout75.xml"/></Relationships>
</file>

<file path=ppt/slides/_rels/slide20.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7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CA00EE2-DE0D-0C09-60F0-46F9EB6C8E74}"/>
              </a:ext>
            </a:extLst>
          </p:cNvPr>
          <p:cNvSpPr txBox="1">
            <a:spLocks/>
          </p:cNvSpPr>
          <p:nvPr/>
        </p:nvSpPr>
        <p:spPr>
          <a:xfrm>
            <a:off x="947392" y="1893335"/>
            <a:ext cx="10297213" cy="2036916"/>
          </a:xfrm>
          <a:prstGeom prst="rect">
            <a:avLst/>
          </a:prstGeom>
        </p:spPr>
        <p:txBody>
          <a:bodyPr vert="horz" lIns="91440" tIns="45720" rIns="91440" bIns="45720" rtlCol="0" anchor="b">
            <a:normAutofit/>
          </a:bodyPr>
          <a:lstStyle>
            <a:lvl1pPr algn="l" defTabSz="457200" rtl="0" eaLnBrk="1" latinLnBrk="0" hangingPunct="1">
              <a:spcBef>
                <a:spcPct val="0"/>
              </a:spcBef>
              <a:buNone/>
              <a:defRPr sz="2000" kern="1200">
                <a:solidFill>
                  <a:schemeClr val="accent1"/>
                </a:solidFill>
                <a:latin typeface="HelveticaNeueLT Std" panose="020B0604020202020204" pitchFamily="34"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4800" dirty="0">
                <a:solidFill>
                  <a:schemeClr val="tx1"/>
                </a:solidFill>
                <a:latin typeface="+mj-lt"/>
                <a:cs typeface="Arial" panose="020B0604020202020204" pitchFamily="34" charset="0"/>
              </a:rPr>
              <a:t>Supply Chain Analytics Dashboard : Insights &amp; Recommendations</a:t>
            </a:r>
            <a:endParaRPr lang="en-US" sz="4800" dirty="0">
              <a:solidFill>
                <a:schemeClr val="tx1"/>
              </a:solidFill>
              <a:latin typeface="+mj-lt"/>
            </a:endParaRPr>
          </a:p>
        </p:txBody>
      </p:sp>
      <p:sp>
        <p:nvSpPr>
          <p:cNvPr id="6" name="TextBox 5">
            <a:extLst>
              <a:ext uri="{FF2B5EF4-FFF2-40B4-BE49-F238E27FC236}">
                <a16:creationId xmlns:a16="http://schemas.microsoft.com/office/drawing/2014/main" id="{22C59B72-BD9E-A71B-13CA-7B6F7143909A}"/>
              </a:ext>
            </a:extLst>
          </p:cNvPr>
          <p:cNvSpPr txBox="1"/>
          <p:nvPr/>
        </p:nvSpPr>
        <p:spPr>
          <a:xfrm>
            <a:off x="2869281" y="4005665"/>
            <a:ext cx="6453433" cy="400110"/>
          </a:xfrm>
          <a:prstGeom prst="rect">
            <a:avLst/>
          </a:prstGeom>
          <a:noFill/>
        </p:spPr>
        <p:txBody>
          <a:bodyPr wrap="square">
            <a:spAutoFit/>
          </a:bodyPr>
          <a:lstStyle/>
          <a:p>
            <a:pPr algn="ctr"/>
            <a:r>
              <a:rPr lang="en-US" sz="2000" dirty="0">
                <a:ea typeface="Calibri" panose="020F0502020204030204" pitchFamily="34" charset="0"/>
                <a:cs typeface="Calibri" panose="020F0502020204030204" pitchFamily="34" charset="0"/>
              </a:rPr>
              <a:t>Visualizing</a:t>
            </a:r>
            <a:r>
              <a:rPr lang="en-US" sz="2000" dirty="0"/>
              <a:t> data to optimize supply chain performance</a:t>
            </a:r>
          </a:p>
        </p:txBody>
      </p:sp>
      <p:sp>
        <p:nvSpPr>
          <p:cNvPr id="7" name="TextBox 6">
            <a:extLst>
              <a:ext uri="{FF2B5EF4-FFF2-40B4-BE49-F238E27FC236}">
                <a16:creationId xmlns:a16="http://schemas.microsoft.com/office/drawing/2014/main" id="{E47BA986-3A13-9A3A-A1C8-D2C8B5A385C0}"/>
              </a:ext>
            </a:extLst>
          </p:cNvPr>
          <p:cNvSpPr txBox="1"/>
          <p:nvPr/>
        </p:nvSpPr>
        <p:spPr>
          <a:xfrm>
            <a:off x="778497" y="5124194"/>
            <a:ext cx="5878398" cy="707886"/>
          </a:xfrm>
          <a:prstGeom prst="rect">
            <a:avLst/>
          </a:prstGeom>
          <a:noFill/>
        </p:spPr>
        <p:txBody>
          <a:bodyPr wrap="square">
            <a:spAutoFit/>
          </a:bodyPr>
          <a:lstStyle/>
          <a:p>
            <a:r>
              <a:rPr lang="en-US" sz="2000" dirty="0">
                <a:ea typeface="Calibri" panose="020F0502020204030204" pitchFamily="34" charset="0"/>
                <a:cs typeface="Calibri" panose="020F0502020204030204" pitchFamily="34" charset="0"/>
              </a:rPr>
              <a:t>Name- Ayushman Dutta</a:t>
            </a:r>
          </a:p>
          <a:p>
            <a:r>
              <a:rPr lang="en-US" sz="2000" dirty="0">
                <a:ea typeface="Calibri" panose="020F0502020204030204" pitchFamily="34" charset="0"/>
                <a:cs typeface="Calibri" panose="020F0502020204030204" pitchFamily="34" charset="0"/>
              </a:rPr>
              <a:t>Name- </a:t>
            </a:r>
            <a:r>
              <a:rPr lang="en-US" sz="2000" dirty="0" err="1">
                <a:ea typeface="Calibri" panose="020F0502020204030204" pitchFamily="34" charset="0"/>
                <a:cs typeface="Calibri" panose="020F0502020204030204" pitchFamily="34" charset="0"/>
              </a:rPr>
              <a:t>Jayavelu</a:t>
            </a:r>
            <a:r>
              <a:rPr lang="en-US" sz="2000" dirty="0">
                <a:ea typeface="Calibri" panose="020F0502020204030204" pitchFamily="34" charset="0"/>
                <a:cs typeface="Calibri" panose="020F0502020204030204" pitchFamily="34" charset="0"/>
              </a:rPr>
              <a:t> D</a:t>
            </a:r>
          </a:p>
        </p:txBody>
      </p:sp>
    </p:spTree>
    <p:extLst>
      <p:ext uri="{BB962C8B-B14F-4D97-AF65-F5344CB8AC3E}">
        <p14:creationId xmlns:p14="http://schemas.microsoft.com/office/powerpoint/2010/main" val="11274266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462BB-D130-40E1-9FC4-73F6A94BF42C}"/>
              </a:ext>
            </a:extLst>
          </p:cNvPr>
          <p:cNvSpPr>
            <a:spLocks noGrp="1"/>
          </p:cNvSpPr>
          <p:nvPr>
            <p:ph type="title"/>
          </p:nvPr>
        </p:nvSpPr>
        <p:spPr>
          <a:xfrm>
            <a:off x="931242" y="1219921"/>
            <a:ext cx="4973425" cy="712574"/>
          </a:xfrm>
        </p:spPr>
        <p:txBody>
          <a:bodyPr>
            <a:noAutofit/>
          </a:bodyPr>
          <a:lstStyle/>
          <a:p>
            <a:r>
              <a:rPr lang="en-US" sz="4800" dirty="0"/>
              <a:t>Introduction</a:t>
            </a:r>
            <a:endParaRPr lang="en-IN" sz="4800" dirty="0"/>
          </a:p>
        </p:txBody>
      </p:sp>
      <p:sp>
        <p:nvSpPr>
          <p:cNvPr id="5" name="Rectangle 1">
            <a:extLst>
              <a:ext uri="{FF2B5EF4-FFF2-40B4-BE49-F238E27FC236}">
                <a16:creationId xmlns:a16="http://schemas.microsoft.com/office/drawing/2014/main" id="{90DF2B03-0F66-4359-36F8-87BBBCB9F981}"/>
              </a:ext>
            </a:extLst>
          </p:cNvPr>
          <p:cNvSpPr>
            <a:spLocks noGrp="1" noChangeArrowheads="1"/>
          </p:cNvSpPr>
          <p:nvPr>
            <p:ph type="body" sz="half" idx="2"/>
          </p:nvPr>
        </p:nvSpPr>
        <p:spPr bwMode="auto">
          <a:xfrm>
            <a:off x="1025069" y="2262563"/>
            <a:ext cx="9759195"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rPr>
              <a:t>Supply chain analysis project developed using Power BI.</a:t>
            </a:r>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rPr>
              <a:t>Focuses on operational performance evaluation of </a:t>
            </a:r>
            <a:r>
              <a:rPr kumimoji="0" lang="en-US" altLang="en-US" b="0" i="0" u="none" strike="noStrike" cap="none" normalizeH="0" baseline="0" dirty="0" err="1">
                <a:ln>
                  <a:noFill/>
                </a:ln>
                <a:solidFill>
                  <a:schemeClr val="tx1"/>
                </a:solidFill>
                <a:effectLst/>
              </a:rPr>
              <a:t>GlowCare</a:t>
            </a:r>
            <a:r>
              <a:rPr kumimoji="0" lang="en-US" altLang="en-US" b="0" i="0" u="none" strike="noStrike" cap="none" normalizeH="0" baseline="0" dirty="0">
                <a:ln>
                  <a:noFill/>
                </a:ln>
                <a:solidFill>
                  <a:schemeClr val="tx1"/>
                </a:solidFill>
                <a:effectLst/>
              </a:rPr>
              <a:t> Pvt Ltd.</a:t>
            </a:r>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rPr>
              <a:t>Analyzes supplier performance, transportation costs, manufacturing efficiency, revenue generation, and defect rates.</a:t>
            </a:r>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rPr>
              <a:t>Uses business intelligence dashboards and visualization techniques for decision-making. </a:t>
            </a:r>
          </a:p>
        </p:txBody>
      </p:sp>
    </p:spTree>
    <p:extLst>
      <p:ext uri="{BB962C8B-B14F-4D97-AF65-F5344CB8AC3E}">
        <p14:creationId xmlns:p14="http://schemas.microsoft.com/office/powerpoint/2010/main" val="32758841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2D8046-6CA4-D2D7-530E-6499CCE2670B}"/>
              </a:ext>
            </a:extLst>
          </p:cNvPr>
          <p:cNvSpPr>
            <a:spLocks noGrp="1"/>
          </p:cNvSpPr>
          <p:nvPr>
            <p:ph type="title"/>
          </p:nvPr>
        </p:nvSpPr>
        <p:spPr>
          <a:xfrm>
            <a:off x="475267" y="337008"/>
            <a:ext cx="6019801" cy="1642621"/>
          </a:xfrm>
        </p:spPr>
        <p:txBody>
          <a:bodyPr>
            <a:normAutofit/>
          </a:bodyPr>
          <a:lstStyle/>
          <a:p>
            <a:r>
              <a:rPr lang="en-IN" sz="4800" dirty="0"/>
              <a:t>Company Overview</a:t>
            </a:r>
          </a:p>
        </p:txBody>
      </p:sp>
      <p:sp>
        <p:nvSpPr>
          <p:cNvPr id="5" name="Rectangle 1">
            <a:extLst>
              <a:ext uri="{FF2B5EF4-FFF2-40B4-BE49-F238E27FC236}">
                <a16:creationId xmlns:a16="http://schemas.microsoft.com/office/drawing/2014/main" id="{CB51040A-40D3-7743-B56F-E9780B8655EB}"/>
              </a:ext>
            </a:extLst>
          </p:cNvPr>
          <p:cNvSpPr>
            <a:spLocks noGrp="1" noChangeArrowheads="1"/>
          </p:cNvSpPr>
          <p:nvPr>
            <p:ph type="body" sz="half" idx="2"/>
          </p:nvPr>
        </p:nvSpPr>
        <p:spPr bwMode="auto">
          <a:xfrm>
            <a:off x="726560" y="2263162"/>
            <a:ext cx="10302802" cy="3293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err="1">
                <a:ln>
                  <a:noFill/>
                </a:ln>
                <a:solidFill>
                  <a:schemeClr val="tx1"/>
                </a:solidFill>
                <a:effectLst/>
                <a:ea typeface="Calibri" panose="020F0502020204030204" pitchFamily="34" charset="0"/>
                <a:cs typeface="Calibri" panose="020F0502020204030204" pitchFamily="34" charset="0"/>
              </a:rPr>
              <a:t>GlowCare</a:t>
            </a:r>
            <a:r>
              <a:rPr kumimoji="0" lang="en-US" altLang="en-US" b="0" i="0" u="none" strike="noStrike" cap="none" normalizeH="0" baseline="0" dirty="0">
                <a:ln>
                  <a:noFill/>
                </a:ln>
                <a:solidFill>
                  <a:schemeClr val="tx1"/>
                </a:solidFill>
                <a:effectLst/>
                <a:ea typeface="Calibri" panose="020F0502020204030204" pitchFamily="34" charset="0"/>
                <a:cs typeface="Calibri" panose="020F0502020204030204" pitchFamily="34" charset="0"/>
              </a:rPr>
              <a:t> Pvt Ltd is a cosmetics and personal care company selected for this project analysis.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ea typeface="Calibri" panose="020F0502020204030204" pitchFamily="34" charset="0"/>
                <a:cs typeface="Calibri" panose="020F0502020204030204" pitchFamily="34" charset="0"/>
              </a:rPr>
              <a:t>The company specializes in skincare, haircare, and cosmetic products distributed across multiple supply chain channels.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ea typeface="Calibri" panose="020F0502020204030204" pitchFamily="34" charset="0"/>
                <a:cs typeface="Calibri" panose="020F0502020204030204" pitchFamily="34" charset="0"/>
              </a:rPr>
              <a:t>The organization depends heavily on supplier coordination, transportation efficiency, manufacturing operations, inventory planning, and quality management systems.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ea typeface="Calibri" panose="020F0502020204030204" pitchFamily="34" charset="0"/>
                <a:cs typeface="Calibri" panose="020F0502020204030204" pitchFamily="34" charset="0"/>
              </a:rPr>
              <a:t>Due to increasing market competition, the company aims to improve operational efficiency using business intelligence and data analytics solutions.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ea typeface="Calibri" panose="020F0502020204030204" pitchFamily="34" charset="0"/>
                <a:cs typeface="Calibri" panose="020F0502020204030204" pitchFamily="34" charset="0"/>
              </a:rPr>
              <a:t>Power BI dashboards were developed to evaluate revenue generation, supplier performance, transportation expenses, manufacturing efficiency, defect rates, and customer purchasing behavior.</a:t>
            </a:r>
          </a:p>
        </p:txBody>
      </p:sp>
    </p:spTree>
    <p:extLst>
      <p:ext uri="{BB962C8B-B14F-4D97-AF65-F5344CB8AC3E}">
        <p14:creationId xmlns:p14="http://schemas.microsoft.com/office/powerpoint/2010/main" val="39062077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6469B-32AF-69F0-6944-7163FF265395}"/>
              </a:ext>
            </a:extLst>
          </p:cNvPr>
          <p:cNvSpPr>
            <a:spLocks noGrp="1"/>
          </p:cNvSpPr>
          <p:nvPr>
            <p:ph type="title"/>
          </p:nvPr>
        </p:nvSpPr>
        <p:spPr>
          <a:xfrm>
            <a:off x="914887" y="817776"/>
            <a:ext cx="5881839" cy="699940"/>
          </a:xfrm>
        </p:spPr>
        <p:txBody>
          <a:bodyPr>
            <a:noAutofit/>
          </a:bodyPr>
          <a:lstStyle/>
          <a:p>
            <a:r>
              <a:rPr lang="en-IN" sz="4800" dirty="0"/>
              <a:t>Project Objective</a:t>
            </a:r>
          </a:p>
        </p:txBody>
      </p:sp>
      <p:sp>
        <p:nvSpPr>
          <p:cNvPr id="5" name="Rectangle 1">
            <a:extLst>
              <a:ext uri="{FF2B5EF4-FFF2-40B4-BE49-F238E27FC236}">
                <a16:creationId xmlns:a16="http://schemas.microsoft.com/office/drawing/2014/main" id="{C3C74288-A858-76EF-26BA-E68649F11356}"/>
              </a:ext>
            </a:extLst>
          </p:cNvPr>
          <p:cNvSpPr>
            <a:spLocks noGrp="1" noChangeArrowheads="1"/>
          </p:cNvSpPr>
          <p:nvPr>
            <p:ph type="body" sz="half" idx="2"/>
          </p:nvPr>
        </p:nvSpPr>
        <p:spPr bwMode="auto">
          <a:xfrm>
            <a:off x="994010" y="1747988"/>
            <a:ext cx="8948888"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rPr>
              <a:t>The primary objective of this project is to analyze supply chain operations using Power BI dashboards and business intelligence techniques.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chemeClr val="tx1"/>
              </a:solidFill>
              <a:effectLs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rPr>
              <a:t>The project helps management monitor operational efficiency, supplier performance, transportation costs, manufacturing activities, and inventory planning.</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chemeClr val="tx1"/>
              </a:solidFill>
              <a:effectLs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rPr>
              <a:t>The dashboard supports identification of operational bottlenecks, logistics inefficiencies, and quality management issues.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chemeClr val="tx1"/>
              </a:solidFill>
              <a:effectLs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rPr>
              <a:t>The analysis also focuses on understanding customer purchasing behavior and revenue generation across different product categories.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chemeClr val="tx1"/>
              </a:solidFill>
              <a:effectLs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rPr>
              <a:t>The project demonstrates the importance of data analytics in improving supply chain visibility and operational transparency. </a:t>
            </a:r>
          </a:p>
        </p:txBody>
      </p:sp>
    </p:spTree>
    <p:extLst>
      <p:ext uri="{BB962C8B-B14F-4D97-AF65-F5344CB8AC3E}">
        <p14:creationId xmlns:p14="http://schemas.microsoft.com/office/powerpoint/2010/main" val="12111682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B2740-4B75-630B-2966-9477235A0751}"/>
              </a:ext>
            </a:extLst>
          </p:cNvPr>
          <p:cNvSpPr>
            <a:spLocks noGrp="1"/>
          </p:cNvSpPr>
          <p:nvPr>
            <p:ph type="title"/>
          </p:nvPr>
        </p:nvSpPr>
        <p:spPr>
          <a:xfrm>
            <a:off x="1054624" y="921470"/>
            <a:ext cx="6977887" cy="702733"/>
          </a:xfrm>
        </p:spPr>
        <p:txBody>
          <a:bodyPr>
            <a:normAutofit fontScale="90000"/>
          </a:bodyPr>
          <a:lstStyle/>
          <a:p>
            <a:r>
              <a:rPr lang="en-IN" sz="4800" dirty="0"/>
              <a:t>Dataset Overview</a:t>
            </a:r>
          </a:p>
        </p:txBody>
      </p:sp>
      <p:sp>
        <p:nvSpPr>
          <p:cNvPr id="3" name="Text Placeholder 2">
            <a:extLst>
              <a:ext uri="{FF2B5EF4-FFF2-40B4-BE49-F238E27FC236}">
                <a16:creationId xmlns:a16="http://schemas.microsoft.com/office/drawing/2014/main" id="{3C09D7E3-25CD-0E19-3CE0-989EEF2112E9}"/>
              </a:ext>
            </a:extLst>
          </p:cNvPr>
          <p:cNvSpPr>
            <a:spLocks noGrp="1"/>
          </p:cNvSpPr>
          <p:nvPr>
            <p:ph type="body" sz="half" idx="2"/>
          </p:nvPr>
        </p:nvSpPr>
        <p:spPr>
          <a:xfrm>
            <a:off x="937444" y="1835870"/>
            <a:ext cx="4131733" cy="3869267"/>
          </a:xfrm>
        </p:spPr>
        <p:txBody>
          <a:bodyPr>
            <a:normAutofit lnSpcReduction="10000"/>
          </a:bodyPr>
          <a:lstStyle/>
          <a:p>
            <a:r>
              <a:rPr lang="en-US" b="1" dirty="0"/>
              <a:t>Dataset Includes:</a:t>
            </a:r>
          </a:p>
          <a:p>
            <a:pPr marL="285750" indent="-285750">
              <a:buFont typeface="Arial" panose="020B0604020202020204" pitchFamily="34" charset="0"/>
              <a:buChar char="•"/>
            </a:pPr>
            <a:r>
              <a:rPr lang="en-US" dirty="0"/>
              <a:t>Product Type and SKU Information</a:t>
            </a:r>
          </a:p>
          <a:p>
            <a:pPr marL="285750" indent="-285750">
              <a:buFont typeface="Arial" panose="020B0604020202020204" pitchFamily="34" charset="0"/>
              <a:buChar char="•"/>
            </a:pPr>
            <a:r>
              <a:rPr lang="en-US" dirty="0"/>
              <a:t>Revenue Generated and Product Pricing</a:t>
            </a:r>
          </a:p>
          <a:p>
            <a:pPr marL="285750" indent="-285750">
              <a:buFont typeface="Arial" panose="020B0604020202020204" pitchFamily="34" charset="0"/>
              <a:buChar char="•"/>
            </a:pPr>
            <a:r>
              <a:rPr lang="en-US" dirty="0"/>
              <a:t>Manufacturing Costs and Production Volumes</a:t>
            </a:r>
          </a:p>
          <a:p>
            <a:pPr marL="285750" indent="-285750">
              <a:buFont typeface="Arial" panose="020B0604020202020204" pitchFamily="34" charset="0"/>
              <a:buChar char="•"/>
            </a:pPr>
            <a:r>
              <a:rPr lang="en-US" dirty="0"/>
              <a:t>Supplier Details and Lead Times</a:t>
            </a:r>
          </a:p>
          <a:p>
            <a:pPr marL="285750" indent="-285750">
              <a:buFont typeface="Arial" panose="020B0604020202020204" pitchFamily="34" charset="0"/>
              <a:buChar char="•"/>
            </a:pPr>
            <a:r>
              <a:rPr lang="en-US" dirty="0"/>
              <a:t>Transportation Modes and Shipping Costs</a:t>
            </a:r>
          </a:p>
          <a:p>
            <a:pPr marL="285750" indent="-285750">
              <a:buFont typeface="Arial" panose="020B0604020202020204" pitchFamily="34" charset="0"/>
              <a:buChar char="•"/>
            </a:pPr>
            <a:r>
              <a:rPr lang="en-US" dirty="0"/>
              <a:t>Inventory Levels and Order Quantities</a:t>
            </a:r>
          </a:p>
          <a:p>
            <a:pPr marL="285750" indent="-285750">
              <a:buFont typeface="Arial" panose="020B0604020202020204" pitchFamily="34" charset="0"/>
              <a:buChar char="•"/>
            </a:pPr>
            <a:r>
              <a:rPr lang="en-US" dirty="0"/>
              <a:t>Defect Rates and Inspection Results</a:t>
            </a:r>
          </a:p>
          <a:p>
            <a:pPr marL="285750" indent="-285750">
              <a:buFont typeface="Arial" panose="020B0604020202020204" pitchFamily="34" charset="0"/>
              <a:buChar char="•"/>
            </a:pPr>
            <a:r>
              <a:rPr lang="en-US" dirty="0"/>
              <a:t>Customer Demographics and Product Demand</a:t>
            </a:r>
          </a:p>
        </p:txBody>
      </p:sp>
      <p:sp>
        <p:nvSpPr>
          <p:cNvPr id="5" name="TextBox 4">
            <a:extLst>
              <a:ext uri="{FF2B5EF4-FFF2-40B4-BE49-F238E27FC236}">
                <a16:creationId xmlns:a16="http://schemas.microsoft.com/office/drawing/2014/main" id="{DA6C0FCD-6641-F979-A563-E30537025936}"/>
              </a:ext>
            </a:extLst>
          </p:cNvPr>
          <p:cNvSpPr txBox="1"/>
          <p:nvPr/>
        </p:nvSpPr>
        <p:spPr>
          <a:xfrm>
            <a:off x="5881978" y="2018065"/>
            <a:ext cx="5105399" cy="3539430"/>
          </a:xfrm>
          <a:prstGeom prst="rect">
            <a:avLst/>
          </a:prstGeom>
          <a:noFill/>
        </p:spPr>
        <p:txBody>
          <a:bodyPr wrap="square" rtlCol="0">
            <a:spAutoFit/>
          </a:bodyPr>
          <a:lstStyle/>
          <a:p>
            <a:r>
              <a:rPr lang="en-US" sz="1600" b="1" dirty="0">
                <a:ea typeface="Calibri" panose="020F0502020204030204" pitchFamily="34" charset="0"/>
                <a:cs typeface="Calibri" panose="020F0502020204030204" pitchFamily="34" charset="0"/>
              </a:rPr>
              <a:t>Tools and Technologies Used:</a:t>
            </a:r>
          </a:p>
          <a:p>
            <a:pPr marL="285750" indent="-285750">
              <a:buFont typeface="Arial" panose="020B0604020202020204" pitchFamily="34" charset="0"/>
              <a:buChar char="•"/>
            </a:pPr>
            <a:r>
              <a:rPr lang="en-US" sz="1600" dirty="0">
                <a:ea typeface="Calibri" panose="020F0502020204030204" pitchFamily="34" charset="0"/>
                <a:cs typeface="Calibri" panose="020F0502020204030204" pitchFamily="34" charset="0"/>
              </a:rPr>
              <a:t>Power BI for Dashboard Development</a:t>
            </a:r>
          </a:p>
          <a:p>
            <a:pPr marL="285750" indent="-285750">
              <a:buFont typeface="Arial" panose="020B0604020202020204" pitchFamily="34" charset="0"/>
              <a:buChar char="•"/>
            </a:pPr>
            <a:r>
              <a:rPr lang="en-US" sz="1600" dirty="0">
                <a:ea typeface="Calibri" panose="020F0502020204030204" pitchFamily="34" charset="0"/>
                <a:cs typeface="Calibri" panose="020F0502020204030204" pitchFamily="34" charset="0"/>
              </a:rPr>
              <a:t>DAX Measures for KPI Calculations</a:t>
            </a:r>
          </a:p>
          <a:p>
            <a:pPr marL="285750" indent="-285750">
              <a:buFont typeface="Arial" panose="020B0604020202020204" pitchFamily="34" charset="0"/>
              <a:buChar char="•"/>
            </a:pPr>
            <a:r>
              <a:rPr lang="en-US" sz="1600" dirty="0">
                <a:ea typeface="Calibri" panose="020F0502020204030204" pitchFamily="34" charset="0"/>
                <a:cs typeface="Calibri" panose="020F0502020204030204" pitchFamily="34" charset="0"/>
              </a:rPr>
              <a:t>Data Cleaning and Transformation Techniques</a:t>
            </a:r>
          </a:p>
          <a:p>
            <a:pPr marL="285750" indent="-285750">
              <a:buFont typeface="Arial" panose="020B0604020202020204" pitchFamily="34" charset="0"/>
              <a:buChar char="•"/>
            </a:pPr>
            <a:r>
              <a:rPr lang="en-US" sz="1600" dirty="0">
                <a:ea typeface="Calibri" panose="020F0502020204030204" pitchFamily="34" charset="0"/>
                <a:cs typeface="Calibri" panose="020F0502020204030204" pitchFamily="34" charset="0"/>
              </a:rPr>
              <a:t>Interactive Business Intelligence Visualizations</a:t>
            </a:r>
          </a:p>
          <a:p>
            <a:endParaRPr lang="en-US" sz="1600" dirty="0">
              <a:ea typeface="Calibri" panose="020F0502020204030204" pitchFamily="34" charset="0"/>
              <a:cs typeface="Calibri" panose="020F0502020204030204" pitchFamily="34" charset="0"/>
            </a:endParaRPr>
          </a:p>
          <a:p>
            <a:r>
              <a:rPr lang="en-US" sz="1600" b="1" dirty="0">
                <a:ea typeface="Calibri" panose="020F0502020204030204" pitchFamily="34" charset="0"/>
                <a:cs typeface="Calibri" panose="020F0502020204030204" pitchFamily="34" charset="0"/>
              </a:rPr>
              <a:t>Purpose of Dataset:</a:t>
            </a:r>
          </a:p>
          <a:p>
            <a:pPr marL="285750" indent="-285750">
              <a:buFont typeface="Arial" panose="020B0604020202020204" pitchFamily="34" charset="0"/>
              <a:buChar char="•"/>
            </a:pPr>
            <a:r>
              <a:rPr lang="en-US" sz="1600" dirty="0">
                <a:ea typeface="Calibri" panose="020F0502020204030204" pitchFamily="34" charset="0"/>
                <a:cs typeface="Calibri" panose="020F0502020204030204" pitchFamily="34" charset="0"/>
              </a:rPr>
              <a:t>Evaluate supply chain performance.</a:t>
            </a:r>
          </a:p>
          <a:p>
            <a:pPr marL="285750" indent="-285750">
              <a:buFont typeface="Arial" panose="020B0604020202020204" pitchFamily="34" charset="0"/>
              <a:buChar char="•"/>
            </a:pPr>
            <a:r>
              <a:rPr lang="en-US" sz="1600" dirty="0">
                <a:ea typeface="Calibri" panose="020F0502020204030204" pitchFamily="34" charset="0"/>
                <a:cs typeface="Calibri" panose="020F0502020204030204" pitchFamily="34" charset="0"/>
              </a:rPr>
              <a:t>Monitor logistics efficiency.</a:t>
            </a:r>
          </a:p>
          <a:p>
            <a:pPr marL="285750" indent="-285750">
              <a:buFont typeface="Arial" panose="020B0604020202020204" pitchFamily="34" charset="0"/>
              <a:buChar char="•"/>
            </a:pPr>
            <a:r>
              <a:rPr lang="en-US" sz="1600" dirty="0">
                <a:ea typeface="Calibri" panose="020F0502020204030204" pitchFamily="34" charset="0"/>
                <a:cs typeface="Calibri" panose="020F0502020204030204" pitchFamily="34" charset="0"/>
              </a:rPr>
              <a:t>Analyze operational costs and quality management.</a:t>
            </a:r>
          </a:p>
          <a:p>
            <a:pPr marL="285750" indent="-285750">
              <a:buFont typeface="Arial" panose="020B0604020202020204" pitchFamily="34" charset="0"/>
              <a:buChar char="•"/>
            </a:pPr>
            <a:r>
              <a:rPr lang="en-US" sz="1600" dirty="0">
                <a:ea typeface="Calibri" panose="020F0502020204030204" pitchFamily="34" charset="0"/>
                <a:cs typeface="Calibri" panose="020F0502020204030204" pitchFamily="34" charset="0"/>
              </a:rPr>
              <a:t>Support strategic planning and business decision-making.</a:t>
            </a:r>
          </a:p>
          <a:p>
            <a:endParaRPr lang="en-IN" sz="1600" dirty="0"/>
          </a:p>
        </p:txBody>
      </p:sp>
    </p:spTree>
    <p:extLst>
      <p:ext uri="{BB962C8B-B14F-4D97-AF65-F5344CB8AC3E}">
        <p14:creationId xmlns:p14="http://schemas.microsoft.com/office/powerpoint/2010/main" val="16669240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A58B9-CF5A-9315-A18E-C4A16E401EDD}"/>
              </a:ext>
            </a:extLst>
          </p:cNvPr>
          <p:cNvSpPr>
            <a:spLocks noGrp="1"/>
          </p:cNvSpPr>
          <p:nvPr>
            <p:ph type="title"/>
          </p:nvPr>
        </p:nvSpPr>
        <p:spPr>
          <a:xfrm>
            <a:off x="969213" y="1125282"/>
            <a:ext cx="9192881" cy="1090017"/>
          </a:xfrm>
        </p:spPr>
        <p:txBody>
          <a:bodyPr>
            <a:noAutofit/>
          </a:bodyPr>
          <a:lstStyle/>
          <a:p>
            <a:r>
              <a:rPr lang="en-IN" sz="4800" dirty="0"/>
              <a:t>Data Cleaning &amp; Preprocessing</a:t>
            </a:r>
          </a:p>
        </p:txBody>
      </p:sp>
      <p:sp>
        <p:nvSpPr>
          <p:cNvPr id="3" name="Text Placeholder 2">
            <a:extLst>
              <a:ext uri="{FF2B5EF4-FFF2-40B4-BE49-F238E27FC236}">
                <a16:creationId xmlns:a16="http://schemas.microsoft.com/office/drawing/2014/main" id="{39C561A7-0D94-569B-341A-76283E13D6F8}"/>
              </a:ext>
            </a:extLst>
          </p:cNvPr>
          <p:cNvSpPr>
            <a:spLocks noGrp="1"/>
          </p:cNvSpPr>
          <p:nvPr>
            <p:ph type="body" sz="half" idx="2"/>
          </p:nvPr>
        </p:nvSpPr>
        <p:spPr>
          <a:xfrm>
            <a:off x="1275318" y="2412405"/>
            <a:ext cx="5134909" cy="3064568"/>
          </a:xfrm>
        </p:spPr>
        <p:txBody>
          <a:bodyPr/>
          <a:lstStyle/>
          <a:p>
            <a:r>
              <a:rPr lang="en-IN" b="1" dirty="0"/>
              <a:t>Data Cleaning &amp; Preprocessing</a:t>
            </a:r>
          </a:p>
          <a:p>
            <a:pPr marL="285750" indent="-285750">
              <a:buFont typeface="Arial" panose="020B0604020202020204" pitchFamily="34" charset="0"/>
              <a:buChar char="•"/>
            </a:pPr>
            <a:r>
              <a:rPr lang="en-IN" dirty="0"/>
              <a:t>Removed unnecessary rows from CSV dataset.</a:t>
            </a:r>
          </a:p>
          <a:p>
            <a:pPr marL="285750" indent="-285750">
              <a:buFont typeface="Arial" panose="020B0604020202020204" pitchFamily="34" charset="0"/>
              <a:buChar char="•"/>
            </a:pPr>
            <a:r>
              <a:rPr lang="en-IN" dirty="0"/>
              <a:t>Promoted proper column headers.</a:t>
            </a:r>
          </a:p>
          <a:p>
            <a:pPr marL="285750" indent="-285750">
              <a:buFont typeface="Arial" panose="020B0604020202020204" pitchFamily="34" charset="0"/>
              <a:buChar char="•"/>
            </a:pPr>
            <a:r>
              <a:rPr lang="en-IN" dirty="0"/>
              <a:t>Converted columns into correct data types.</a:t>
            </a:r>
          </a:p>
          <a:p>
            <a:pPr marL="285750" indent="-285750">
              <a:buFont typeface="Arial" panose="020B0604020202020204" pitchFamily="34" charset="0"/>
              <a:buChar char="•"/>
            </a:pPr>
            <a:r>
              <a:rPr lang="en-IN" dirty="0"/>
              <a:t>Removed duplicate and blank values.</a:t>
            </a:r>
          </a:p>
          <a:p>
            <a:pPr marL="285750" indent="-285750">
              <a:buFont typeface="Arial" panose="020B0604020202020204" pitchFamily="34" charset="0"/>
              <a:buChar char="•"/>
            </a:pPr>
            <a:r>
              <a:rPr lang="en-IN" dirty="0"/>
              <a:t>Created DAX measures for KPI calculations.</a:t>
            </a:r>
          </a:p>
          <a:p>
            <a:pPr marL="285750" indent="-285750">
              <a:buFont typeface="Arial" panose="020B0604020202020204" pitchFamily="34" charset="0"/>
              <a:buChar char="•"/>
            </a:pPr>
            <a:r>
              <a:rPr lang="en-IN" dirty="0"/>
              <a:t>Improved dataset consistency and accuracy.</a:t>
            </a:r>
          </a:p>
          <a:p>
            <a:endParaRPr lang="en-IN" dirty="0"/>
          </a:p>
        </p:txBody>
      </p:sp>
    </p:spTree>
    <p:extLst>
      <p:ext uri="{BB962C8B-B14F-4D97-AF65-F5344CB8AC3E}">
        <p14:creationId xmlns:p14="http://schemas.microsoft.com/office/powerpoint/2010/main" val="14813136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EEB30-5EA0-41FC-5B12-A0A8919493D4}"/>
              </a:ext>
            </a:extLst>
          </p:cNvPr>
          <p:cNvSpPr>
            <a:spLocks noGrp="1"/>
          </p:cNvSpPr>
          <p:nvPr>
            <p:ph type="title"/>
          </p:nvPr>
        </p:nvSpPr>
        <p:spPr>
          <a:xfrm>
            <a:off x="984314" y="930897"/>
            <a:ext cx="7122737" cy="765928"/>
          </a:xfrm>
        </p:spPr>
        <p:txBody>
          <a:bodyPr>
            <a:normAutofit fontScale="90000"/>
          </a:bodyPr>
          <a:lstStyle/>
          <a:p>
            <a:r>
              <a:rPr lang="en-IN" sz="5300" dirty="0"/>
              <a:t>Executive</a:t>
            </a:r>
            <a:r>
              <a:rPr lang="en-IN" sz="4800" dirty="0"/>
              <a:t> KPI Dashboard</a:t>
            </a:r>
          </a:p>
        </p:txBody>
      </p:sp>
      <p:pic>
        <p:nvPicPr>
          <p:cNvPr id="6" name="Content Placeholder 10" descr="A screenshot of a credit card  AI-generated content may be incorrect.">
            <a:extLst>
              <a:ext uri="{FF2B5EF4-FFF2-40B4-BE49-F238E27FC236}">
                <a16:creationId xmlns:a16="http://schemas.microsoft.com/office/drawing/2014/main" id="{99D22943-1087-6243-248F-4209F7911F93}"/>
              </a:ext>
            </a:extLst>
          </p:cNvPr>
          <p:cNvPicPr>
            <a:picLocks noGrp="1" noChangeAspect="1"/>
          </p:cNvPicPr>
          <p:nvPr>
            <p:ph idx="1"/>
          </p:nvPr>
        </p:nvPicPr>
        <p:blipFill>
          <a:blip r:embed="rId2"/>
          <a:stretch>
            <a:fillRect/>
          </a:stretch>
        </p:blipFill>
        <p:spPr>
          <a:xfrm>
            <a:off x="9623305" y="1954570"/>
            <a:ext cx="2184648" cy="1742420"/>
          </a:xfrm>
          <a:prstGeom prst="rect">
            <a:avLst/>
          </a:prstGeom>
        </p:spPr>
      </p:pic>
      <p:sp>
        <p:nvSpPr>
          <p:cNvPr id="3" name="Text Placeholder 2">
            <a:extLst>
              <a:ext uri="{FF2B5EF4-FFF2-40B4-BE49-F238E27FC236}">
                <a16:creationId xmlns:a16="http://schemas.microsoft.com/office/drawing/2014/main" id="{53940FD6-1F29-22F5-9D16-543F5B5C1FC4}"/>
              </a:ext>
            </a:extLst>
          </p:cNvPr>
          <p:cNvSpPr>
            <a:spLocks noGrp="1"/>
          </p:cNvSpPr>
          <p:nvPr>
            <p:ph type="body" sz="half" idx="2"/>
          </p:nvPr>
        </p:nvSpPr>
        <p:spPr>
          <a:xfrm>
            <a:off x="984314" y="2011444"/>
            <a:ext cx="6217763" cy="4455343"/>
          </a:xfrm>
        </p:spPr>
        <p:txBody>
          <a:bodyPr>
            <a:normAutofit/>
          </a:bodyPr>
          <a:lstStyle/>
          <a:p>
            <a:r>
              <a:rPr lang="en-US" b="1" dirty="0"/>
              <a:t>KPIs Included:</a:t>
            </a:r>
          </a:p>
          <a:p>
            <a:pPr marL="285750" indent="-285750">
              <a:buFont typeface="Arial" panose="020B0604020202020204" pitchFamily="34" charset="0"/>
              <a:buChar char="•"/>
            </a:pPr>
            <a:r>
              <a:rPr lang="en-US" dirty="0"/>
              <a:t>Total Revenue</a:t>
            </a:r>
          </a:p>
          <a:p>
            <a:pPr marL="285750" indent="-285750">
              <a:buFont typeface="Arial" panose="020B0604020202020204" pitchFamily="34" charset="0"/>
              <a:buChar char="•"/>
            </a:pPr>
            <a:r>
              <a:rPr lang="en-US" dirty="0"/>
              <a:t>Average Defect Rate</a:t>
            </a:r>
          </a:p>
          <a:p>
            <a:pPr marL="285750" indent="-285750">
              <a:buFont typeface="Arial" panose="020B0604020202020204" pitchFamily="34" charset="0"/>
              <a:buChar char="•"/>
            </a:pPr>
            <a:r>
              <a:rPr lang="en-US" dirty="0"/>
              <a:t>Pass Rate Percentage</a:t>
            </a:r>
          </a:p>
          <a:p>
            <a:r>
              <a:rPr lang="en-US" b="1" dirty="0"/>
              <a:t>Key Insights:</a:t>
            </a:r>
          </a:p>
          <a:p>
            <a:pPr marL="285750" indent="-285750">
              <a:buFont typeface="Arial" panose="020B0604020202020204" pitchFamily="34" charset="0"/>
              <a:buChar char="•"/>
            </a:pPr>
            <a:r>
              <a:rPr lang="en-US" dirty="0"/>
              <a:t>Revenue KPI reflects overall business performance.</a:t>
            </a:r>
          </a:p>
          <a:p>
            <a:pPr marL="285750" indent="-285750">
              <a:buFont typeface="Arial" panose="020B0604020202020204" pitchFamily="34" charset="0"/>
              <a:buChar char="•"/>
            </a:pPr>
            <a:r>
              <a:rPr lang="en-US" dirty="0"/>
              <a:t>Defect Rate KPI helps monitor operational quality.</a:t>
            </a:r>
          </a:p>
          <a:p>
            <a:pPr marL="285750" indent="-285750">
              <a:buFont typeface="Arial" panose="020B0604020202020204" pitchFamily="34" charset="0"/>
              <a:buChar char="•"/>
            </a:pPr>
            <a:r>
              <a:rPr lang="en-US" dirty="0"/>
              <a:t>Pass Rate Percentage indicates product inspection efficiency.</a:t>
            </a:r>
          </a:p>
          <a:p>
            <a:endParaRPr lang="en-IN" dirty="0"/>
          </a:p>
        </p:txBody>
      </p:sp>
      <p:pic>
        <p:nvPicPr>
          <p:cNvPr id="5" name="Picture 4" descr="A screenshot of a number  AI-generated content may be incorrect.">
            <a:extLst>
              <a:ext uri="{FF2B5EF4-FFF2-40B4-BE49-F238E27FC236}">
                <a16:creationId xmlns:a16="http://schemas.microsoft.com/office/drawing/2014/main" id="{927BC9CB-B9E4-B66B-24C7-E923D48FEF83}"/>
              </a:ext>
            </a:extLst>
          </p:cNvPr>
          <p:cNvPicPr>
            <a:picLocks noChangeAspect="1"/>
          </p:cNvPicPr>
          <p:nvPr/>
        </p:nvPicPr>
        <p:blipFill>
          <a:blip r:embed="rId3"/>
          <a:stretch>
            <a:fillRect/>
          </a:stretch>
        </p:blipFill>
        <p:spPr>
          <a:xfrm>
            <a:off x="7239784" y="2021115"/>
            <a:ext cx="2065084" cy="1675875"/>
          </a:xfrm>
          <a:prstGeom prst="rect">
            <a:avLst/>
          </a:prstGeom>
        </p:spPr>
      </p:pic>
      <p:pic>
        <p:nvPicPr>
          <p:cNvPr id="7" name="Picture 6" descr="A screenshot of a computer  AI-generated content may be incorrect.">
            <a:extLst>
              <a:ext uri="{FF2B5EF4-FFF2-40B4-BE49-F238E27FC236}">
                <a16:creationId xmlns:a16="http://schemas.microsoft.com/office/drawing/2014/main" id="{DD648CA8-40CC-4965-F8D1-8979E38003BE}"/>
              </a:ext>
            </a:extLst>
          </p:cNvPr>
          <p:cNvPicPr>
            <a:picLocks noChangeAspect="1"/>
          </p:cNvPicPr>
          <p:nvPr/>
        </p:nvPicPr>
        <p:blipFill>
          <a:blip r:embed="rId4"/>
          <a:stretch>
            <a:fillRect/>
          </a:stretch>
        </p:blipFill>
        <p:spPr>
          <a:xfrm>
            <a:off x="8338790" y="3581400"/>
            <a:ext cx="2569029" cy="1569358"/>
          </a:xfrm>
          <a:prstGeom prst="rect">
            <a:avLst/>
          </a:prstGeom>
        </p:spPr>
      </p:pic>
    </p:spTree>
    <p:extLst>
      <p:ext uri="{BB962C8B-B14F-4D97-AF65-F5344CB8AC3E}">
        <p14:creationId xmlns:p14="http://schemas.microsoft.com/office/powerpoint/2010/main" val="36803911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C1E4A-0C1D-B4C6-4B8C-B892D5C75CFF}"/>
              </a:ext>
            </a:extLst>
          </p:cNvPr>
          <p:cNvSpPr>
            <a:spLocks noGrp="1"/>
          </p:cNvSpPr>
          <p:nvPr>
            <p:ph type="title"/>
          </p:nvPr>
        </p:nvSpPr>
        <p:spPr>
          <a:xfrm>
            <a:off x="380998" y="685800"/>
            <a:ext cx="7782613" cy="963890"/>
          </a:xfrm>
        </p:spPr>
        <p:txBody>
          <a:bodyPr anchor="t">
            <a:noAutofit/>
          </a:bodyPr>
          <a:lstStyle/>
          <a:p>
            <a:r>
              <a:rPr lang="en-US" sz="4800" dirty="0"/>
              <a:t>Revenue by Order Quantity</a:t>
            </a:r>
          </a:p>
        </p:txBody>
      </p:sp>
      <p:pic>
        <p:nvPicPr>
          <p:cNvPr id="11" name="Content Placeholder 10">
            <a:extLst>
              <a:ext uri="{FF2B5EF4-FFF2-40B4-BE49-F238E27FC236}">
                <a16:creationId xmlns:a16="http://schemas.microsoft.com/office/drawing/2014/main" id="{F2F4E13F-9A1D-CED2-3F7A-825A1CED32F9}"/>
              </a:ext>
            </a:extLst>
          </p:cNvPr>
          <p:cNvPicPr>
            <a:picLocks noGrp="1" noChangeAspect="1"/>
          </p:cNvPicPr>
          <p:nvPr>
            <p:ph idx="1"/>
          </p:nvPr>
        </p:nvPicPr>
        <p:blipFill>
          <a:blip r:embed="rId3"/>
          <a:stretch>
            <a:fillRect/>
          </a:stretch>
        </p:blipFill>
        <p:spPr>
          <a:xfrm>
            <a:off x="6523347" y="2416966"/>
            <a:ext cx="5289783" cy="2946886"/>
          </a:xfrm>
          <a:prstGeom prst="rect">
            <a:avLst/>
          </a:prstGeom>
        </p:spPr>
      </p:pic>
      <p:sp>
        <p:nvSpPr>
          <p:cNvPr id="4" name="Content Placeholder 3">
            <a:extLst>
              <a:ext uri="{FF2B5EF4-FFF2-40B4-BE49-F238E27FC236}">
                <a16:creationId xmlns:a16="http://schemas.microsoft.com/office/drawing/2014/main" id="{67FC574D-2E0C-083E-1F93-DF1A29BECAF6}"/>
              </a:ext>
            </a:extLst>
          </p:cNvPr>
          <p:cNvSpPr>
            <a:spLocks noGrp="1"/>
          </p:cNvSpPr>
          <p:nvPr>
            <p:ph type="body"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41254" y="1649690"/>
            <a:ext cx="5982093" cy="4392891"/>
          </a:xfrm>
        </p:spPr>
        <p:txBody>
          <a:bodyPr>
            <a:noAutofit/>
          </a:bodyPr>
          <a:lstStyle/>
          <a:p>
            <a:pPr marL="0" indent="0">
              <a:lnSpc>
                <a:spcPct val="110000"/>
              </a:lnSpc>
              <a:spcBef>
                <a:spcPts val="2500"/>
              </a:spcBef>
              <a:buFont typeface="Arial" panose="020B0604020202020204" pitchFamily="34" charset="0"/>
              <a:buNone/>
            </a:pPr>
            <a:r>
              <a:rPr lang="en-US" b="1" dirty="0"/>
              <a:t>Bulk Orders Revenue Impact</a:t>
            </a:r>
          </a:p>
          <a:p>
            <a:pPr marL="285750" lvl="1" indent="-285750">
              <a:lnSpc>
                <a:spcPct val="110000"/>
              </a:lnSpc>
              <a:buFont typeface="Arial" panose="020B0604020202020204" pitchFamily="34" charset="0"/>
              <a:buChar char="•"/>
            </a:pPr>
            <a:r>
              <a:rPr lang="en-US" sz="1600" dirty="0">
                <a:ea typeface="Calibri" panose="020F0502020204030204" pitchFamily="34" charset="0"/>
                <a:cs typeface="Calibri" panose="020F0502020204030204" pitchFamily="34" charset="0"/>
              </a:rPr>
              <a:t>Smaller orders (Band 1: 1–30 units) generate ~₹170K — matching Band 2 (31–60 units) at ~₹170K. This challenges the assumption that bulk orders drive most revenue.</a:t>
            </a:r>
          </a:p>
          <a:p>
            <a:pPr marL="0" lvl="1" indent="0">
              <a:lnSpc>
                <a:spcPct val="110000"/>
              </a:lnSpc>
              <a:buFont typeface="Arial" panose="020B0604020202020204" pitchFamily="34" charset="0"/>
              <a:buNone/>
            </a:pPr>
            <a:r>
              <a:rPr lang="en-US" sz="1600" b="1" dirty="0">
                <a:ea typeface="Calibri" panose="020F0502020204030204" pitchFamily="34" charset="0"/>
                <a:cs typeface="Calibri" panose="020F0502020204030204" pitchFamily="34" charset="0"/>
              </a:rPr>
              <a:t>Smaller Orders Importance</a:t>
            </a:r>
          </a:p>
          <a:p>
            <a:pPr marL="285750" lvl="1" indent="-285750">
              <a:lnSpc>
                <a:spcPct val="110000"/>
              </a:lnSpc>
              <a:buFont typeface="Arial" panose="020B0604020202020204" pitchFamily="34" charset="0"/>
              <a:buChar char="•"/>
            </a:pPr>
            <a:r>
              <a:rPr lang="en-US" sz="1600" dirty="0">
                <a:ea typeface="Calibri" panose="020F0502020204030204" pitchFamily="34" charset="0"/>
                <a:cs typeface="Calibri" panose="020F0502020204030204" pitchFamily="34" charset="0"/>
              </a:rPr>
              <a:t>Revenue declines sharply for larger bands: Band 3 (61–80 units) drops to ~₹120K, and Band 4 (81–100 units) falls to ~₹85K — a 50% decline from the smallest order band.</a:t>
            </a:r>
          </a:p>
          <a:p>
            <a:pPr marL="0" lvl="1" indent="0">
              <a:lnSpc>
                <a:spcPct val="110000"/>
              </a:lnSpc>
              <a:buFont typeface="Arial" panose="020B0604020202020204" pitchFamily="34" charset="0"/>
              <a:buNone/>
            </a:pPr>
            <a:r>
              <a:rPr lang="en-US" sz="1600" b="1" dirty="0">
                <a:ea typeface="Calibri" panose="020F0502020204030204" pitchFamily="34" charset="0"/>
                <a:cs typeface="Calibri" panose="020F0502020204030204" pitchFamily="34" charset="0"/>
              </a:rPr>
              <a:t>Fulfillment Strategy Insights</a:t>
            </a:r>
          </a:p>
          <a:p>
            <a:pPr marL="285750" lvl="1" indent="-285750">
              <a:lnSpc>
                <a:spcPct val="110000"/>
              </a:lnSpc>
              <a:buFont typeface="Arial" panose="020B0604020202020204" pitchFamily="34" charset="0"/>
              <a:buChar char="•"/>
            </a:pPr>
            <a:r>
              <a:rPr lang="en-US" sz="1600" dirty="0">
                <a:ea typeface="Calibri" panose="020F0502020204030204" pitchFamily="34" charset="0"/>
                <a:cs typeface="Calibri" panose="020F0502020204030204" pitchFamily="34" charset="0"/>
              </a:rPr>
              <a:t>The data suggests small and mid-size orders (Bands 1–2) are the revenue backbone at ~₹340K combined. Fulfillment efficiency for these bands directly impacts 60%+ of order revenue.</a:t>
            </a:r>
          </a:p>
        </p:txBody>
      </p:sp>
    </p:spTree>
    <p:extLst>
      <p:ext uri="{BB962C8B-B14F-4D97-AF65-F5344CB8AC3E}">
        <p14:creationId xmlns:p14="http://schemas.microsoft.com/office/powerpoint/2010/main" val="23426546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FD2155C-B98F-F064-CC75-46917E5AFC87}"/>
              </a:ext>
            </a:extLst>
          </p:cNvPr>
          <p:cNvSpPr>
            <a:spLocks noGrp="1"/>
          </p:cNvSpPr>
          <p:nvPr>
            <p:ph type="title"/>
          </p:nvPr>
        </p:nvSpPr>
        <p:spPr>
          <a:xfrm>
            <a:off x="665657" y="570320"/>
            <a:ext cx="9713254" cy="909687"/>
          </a:xfrm>
        </p:spPr>
        <p:txBody>
          <a:bodyPr anchor="t">
            <a:noAutofit/>
          </a:bodyPr>
          <a:lstStyle/>
          <a:p>
            <a:r>
              <a:rPr lang="en-US" sz="4000" dirty="0"/>
              <a:t>Manufacturing Cost vs Production Volume</a:t>
            </a:r>
          </a:p>
        </p:txBody>
      </p:sp>
      <p:pic>
        <p:nvPicPr>
          <p:cNvPr id="10" name="Picture Placeholder 9">
            <a:extLst>
              <a:ext uri="{FF2B5EF4-FFF2-40B4-BE49-F238E27FC236}">
                <a16:creationId xmlns:a16="http://schemas.microsoft.com/office/drawing/2014/main" id="{422442F0-C186-5A18-1794-0B5147025DDC}"/>
              </a:ext>
            </a:extLst>
          </p:cNvPr>
          <p:cNvPicPr>
            <a:picLocks noGrp="1" noChangeAspect="1"/>
          </p:cNvPicPr>
          <p:nvPr>
            <p:ph type="pic" sz="quarter" idx="15"/>
          </p:nvPr>
        </p:nvPicPr>
        <p:blipFill>
          <a:blip r:embed="rId3"/>
          <a:srcRect l="-12" t="-1" r="-345" b="-5235"/>
          <a:stretch>
            <a:fillRect/>
          </a:stretch>
        </p:blipFill>
        <p:spPr>
          <a:xfrm>
            <a:off x="6629955" y="2309641"/>
            <a:ext cx="5389220" cy="3318162"/>
          </a:xfrm>
          <a:custGeom>
            <a:avLst/>
            <a:gdLst>
              <a:gd name="connsiteX0" fmla="*/ 349250 w 6858000"/>
              <a:gd name="connsiteY0" fmla="*/ 0 h 6552184"/>
              <a:gd name="connsiteX1" fmla="*/ 6508751 w 6858000"/>
              <a:gd name="connsiteY1" fmla="*/ 0 h 6552184"/>
              <a:gd name="connsiteX2" fmla="*/ 6850907 w 6858000"/>
              <a:gd name="connsiteY2" fmla="*/ 278864 h 6552184"/>
              <a:gd name="connsiteX3" fmla="*/ 6858000 w 6858000"/>
              <a:gd name="connsiteY3" fmla="*/ 349240 h 6552184"/>
              <a:gd name="connsiteX4" fmla="*/ 6858000 w 6858000"/>
              <a:gd name="connsiteY4" fmla="*/ 6202932 h 6552184"/>
              <a:gd name="connsiteX5" fmla="*/ 6850907 w 6858000"/>
              <a:gd name="connsiteY5" fmla="*/ 6273302 h 6552184"/>
              <a:gd name="connsiteX6" fmla="*/ 6508751 w 6858000"/>
              <a:gd name="connsiteY6" fmla="*/ 6552184 h 6552184"/>
              <a:gd name="connsiteX7" fmla="*/ 3679661 w 6858000"/>
              <a:gd name="connsiteY7" fmla="*/ 6552184 h 6552184"/>
              <a:gd name="connsiteX8" fmla="*/ 3429001 w 6858000"/>
              <a:gd name="connsiteY8" fmla="*/ 6301512 h 6552184"/>
              <a:gd name="connsiteX9" fmla="*/ 3178341 w 6858000"/>
              <a:gd name="connsiteY9" fmla="*/ 6050852 h 6552184"/>
              <a:gd name="connsiteX10" fmla="*/ 349250 w 6858000"/>
              <a:gd name="connsiteY10" fmla="*/ 6050852 h 6552184"/>
              <a:gd name="connsiteX11" fmla="*/ 0 w 6858000"/>
              <a:gd name="connsiteY11" fmla="*/ 5701602 h 6552184"/>
              <a:gd name="connsiteX12" fmla="*/ 0 w 6858000"/>
              <a:gd name="connsiteY12" fmla="*/ 349249 h 6552184"/>
              <a:gd name="connsiteX13" fmla="*/ 349250 w 6858000"/>
              <a:gd name="connsiteY13" fmla="*/ 0 h 6552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858000" h="6552184">
                <a:moveTo>
                  <a:pt x="349250" y="0"/>
                </a:moveTo>
                <a:lnTo>
                  <a:pt x="6508751" y="0"/>
                </a:lnTo>
                <a:cubicBezTo>
                  <a:pt x="6677550" y="0"/>
                  <a:pt x="6818346" y="119716"/>
                  <a:pt x="6850907" y="278864"/>
                </a:cubicBezTo>
                <a:lnTo>
                  <a:pt x="6858000" y="349240"/>
                </a:lnTo>
                <a:lnTo>
                  <a:pt x="6858000" y="6202932"/>
                </a:lnTo>
                <a:lnTo>
                  <a:pt x="6850907" y="6273302"/>
                </a:lnTo>
                <a:cubicBezTo>
                  <a:pt x="6818346" y="6432441"/>
                  <a:pt x="6677550" y="6552184"/>
                  <a:pt x="6508751" y="6552184"/>
                </a:cubicBezTo>
                <a:lnTo>
                  <a:pt x="3679661" y="6552184"/>
                </a:lnTo>
                <a:cubicBezTo>
                  <a:pt x="3541224" y="6552184"/>
                  <a:pt x="3429001" y="6439916"/>
                  <a:pt x="3429001" y="6301512"/>
                </a:cubicBezTo>
                <a:cubicBezTo>
                  <a:pt x="3429001" y="6163075"/>
                  <a:pt x="3316777" y="6050852"/>
                  <a:pt x="3178341" y="6050852"/>
                </a:cubicBezTo>
                <a:lnTo>
                  <a:pt x="349250" y="6050852"/>
                </a:lnTo>
                <a:cubicBezTo>
                  <a:pt x="156365" y="6050852"/>
                  <a:pt x="0" y="5894483"/>
                  <a:pt x="0" y="5701602"/>
                </a:cubicBezTo>
                <a:lnTo>
                  <a:pt x="0" y="349249"/>
                </a:lnTo>
                <a:cubicBezTo>
                  <a:pt x="0" y="156364"/>
                  <a:pt x="156364" y="0"/>
                  <a:pt x="349250" y="0"/>
                </a:cubicBezTo>
                <a:close/>
              </a:path>
            </a:pathLst>
          </a:custGeom>
          <a:blipFill>
            <a:blip r:embed="rId4">
              <a:alphaModFix amt="60000"/>
            </a:blip>
            <a:stretch>
              <a:fillRect/>
            </a:stretch>
          </a:blipFill>
        </p:spPr>
      </p:pic>
      <p:sp>
        <p:nvSpPr>
          <p:cNvPr id="9" name="Content Placeholder 3">
            <a:extLst>
              <a:ext uri="{FF2B5EF4-FFF2-40B4-BE49-F238E27FC236}">
                <a16:creationId xmlns:a16="http://schemas.microsoft.com/office/drawing/2014/main" id="{FB7A9D4D-FA43-5B4F-2043-0CC5A99E1CFC}"/>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65657" y="1480007"/>
            <a:ext cx="5810557" cy="4996207"/>
          </a:xfrm>
        </p:spPr>
        <p:txBody>
          <a:bodyPr>
            <a:noAutofit/>
          </a:bodyPr>
          <a:lstStyle/>
          <a:p>
            <a:pPr marL="0" indent="0">
              <a:lnSpc>
                <a:spcPct val="110000"/>
              </a:lnSpc>
              <a:spcBef>
                <a:spcPts val="2500"/>
              </a:spcBef>
              <a:buFont typeface="Arial" panose="020B0604020202020204" pitchFamily="34" charset="0"/>
              <a:buNone/>
            </a:pPr>
            <a:r>
              <a:rPr lang="en-US" sz="1600" b="1" dirty="0">
                <a:latin typeface="Calibri" panose="020F0502020204030204" pitchFamily="34" charset="0"/>
                <a:ea typeface="Calibri" panose="020F0502020204030204" pitchFamily="34" charset="0"/>
                <a:cs typeface="Calibri" panose="020F0502020204030204" pitchFamily="34" charset="0"/>
              </a:rPr>
              <a:t>Economies of Scale</a:t>
            </a:r>
          </a:p>
          <a:p>
            <a:pPr marL="0" lvl="1" indent="0">
              <a:lnSpc>
                <a:spcPct val="110000"/>
              </a:lnSpc>
              <a:buFont typeface="Arial" panose="020B0604020202020204" pitchFamily="34" charset="0"/>
              <a:buNone/>
            </a:pPr>
            <a:r>
              <a:rPr lang="en-US" sz="1600" dirty="0">
                <a:latin typeface="Calibri" panose="020F0502020204030204" pitchFamily="34" charset="0"/>
                <a:ea typeface="Calibri" panose="020F0502020204030204" pitchFamily="34" charset="0"/>
                <a:cs typeface="Calibri" panose="020F0502020204030204" pitchFamily="34" charset="0"/>
              </a:rPr>
              <a:t>The trend line at ~₹45 average cost shows limited economies of scale — costs remain flat even as production volume increases from 200 to 800 units, suggesting fixed-cost dominance.</a:t>
            </a:r>
          </a:p>
          <a:p>
            <a:pPr marL="0" indent="0">
              <a:lnSpc>
                <a:spcPct val="110000"/>
              </a:lnSpc>
              <a:spcBef>
                <a:spcPts val="2500"/>
              </a:spcBef>
              <a:buFont typeface="Arial" panose="020B0604020202020204" pitchFamily="34" charset="0"/>
              <a:buNone/>
            </a:pPr>
            <a:r>
              <a:rPr lang="en-US" sz="1600" b="1" dirty="0">
                <a:latin typeface="Calibri" panose="020F0502020204030204" pitchFamily="34" charset="0"/>
                <a:ea typeface="Calibri" panose="020F0502020204030204" pitchFamily="34" charset="0"/>
                <a:cs typeface="Calibri" panose="020F0502020204030204" pitchFamily="34" charset="0"/>
              </a:rPr>
              <a:t>Cost Inefficiencies</a:t>
            </a:r>
          </a:p>
          <a:p>
            <a:pPr marL="0" lvl="1" indent="0">
              <a:lnSpc>
                <a:spcPct val="110000"/>
              </a:lnSpc>
              <a:buFont typeface="Arial" panose="020B0604020202020204" pitchFamily="34" charset="0"/>
              <a:buNone/>
            </a:pPr>
            <a:r>
              <a:rPr lang="en-US" sz="1600" dirty="0">
                <a:latin typeface="Calibri" panose="020F0502020204030204" pitchFamily="34" charset="0"/>
                <a:ea typeface="Calibri" panose="020F0502020204030204" pitchFamily="34" charset="0"/>
                <a:cs typeface="Calibri" panose="020F0502020204030204" pitchFamily="34" charset="0"/>
              </a:rPr>
              <a:t>Skincare (orange) shows the widest cost variation, ranging from ₹10 to ₹100 per unit. Multiple outliers above ₹80 at low volumes indicate high setup costs for small production runs.</a:t>
            </a:r>
          </a:p>
          <a:p>
            <a:pPr marL="0" indent="0">
              <a:lnSpc>
                <a:spcPct val="110000"/>
              </a:lnSpc>
              <a:spcBef>
                <a:spcPts val="2500"/>
              </a:spcBef>
              <a:buFont typeface="Arial" panose="020B0604020202020204" pitchFamily="34" charset="0"/>
              <a:buNone/>
            </a:pPr>
            <a:r>
              <a:rPr lang="en-US" sz="1600" b="1" dirty="0">
                <a:latin typeface="Calibri" panose="020F0502020204030204" pitchFamily="34" charset="0"/>
                <a:ea typeface="Calibri" panose="020F0502020204030204" pitchFamily="34" charset="0"/>
                <a:cs typeface="Calibri" panose="020F0502020204030204" pitchFamily="34" charset="0"/>
              </a:rPr>
              <a:t>Process Optimization</a:t>
            </a:r>
          </a:p>
          <a:p>
            <a:pPr marL="0" lvl="1" indent="0">
              <a:lnSpc>
                <a:spcPct val="110000"/>
              </a:lnSpc>
              <a:buFont typeface="Arial" panose="020B0604020202020204" pitchFamily="34" charset="0"/>
              <a:buNone/>
            </a:pPr>
            <a:r>
              <a:rPr lang="en-US" sz="1600" dirty="0">
                <a:latin typeface="Calibri" panose="020F0502020204030204" pitchFamily="34" charset="0"/>
                <a:ea typeface="Calibri" panose="020F0502020204030204" pitchFamily="34" charset="0"/>
                <a:cs typeface="Calibri" panose="020F0502020204030204" pitchFamily="34" charset="0"/>
              </a:rPr>
              <a:t>Haircare (dark blue) clusters tightly around ₹40–80 regardless of volume, while cosmetics (light blue) shows a few high-cost outliers that warrant process review.</a:t>
            </a:r>
          </a:p>
        </p:txBody>
      </p:sp>
    </p:spTree>
    <p:extLst>
      <p:ext uri="{BB962C8B-B14F-4D97-AF65-F5344CB8AC3E}">
        <p14:creationId xmlns:p14="http://schemas.microsoft.com/office/powerpoint/2010/main" val="32861452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66F9D-636A-A180-6C82-30A180D7892B}"/>
              </a:ext>
            </a:extLst>
          </p:cNvPr>
          <p:cNvSpPr>
            <a:spLocks noGrp="1"/>
          </p:cNvSpPr>
          <p:nvPr>
            <p:ph type="title"/>
          </p:nvPr>
        </p:nvSpPr>
        <p:spPr>
          <a:xfrm>
            <a:off x="381000" y="685800"/>
            <a:ext cx="8244526" cy="867591"/>
          </a:xfrm>
        </p:spPr>
        <p:txBody>
          <a:bodyPr anchor="t">
            <a:noAutofit/>
          </a:bodyPr>
          <a:lstStyle/>
          <a:p>
            <a:r>
              <a:rPr lang="en-US" sz="4800" dirty="0"/>
              <a:t>Transportation</a:t>
            </a:r>
            <a:r>
              <a:rPr lang="en-US" sz="4400" dirty="0"/>
              <a:t> Cost Analysis</a:t>
            </a:r>
          </a:p>
        </p:txBody>
      </p:sp>
      <p:pic>
        <p:nvPicPr>
          <p:cNvPr id="10" name="Content Placeholder 9" descr="A graph of cost by transportation mode  AI-generated content may be incorrect.">
            <a:extLst>
              <a:ext uri="{FF2B5EF4-FFF2-40B4-BE49-F238E27FC236}">
                <a16:creationId xmlns:a16="http://schemas.microsoft.com/office/drawing/2014/main" id="{87A7D6AE-AE56-50B7-DE70-AE2E6AD2466B}"/>
              </a:ext>
            </a:extLst>
          </p:cNvPr>
          <p:cNvPicPr>
            <a:picLocks noGrp="1" noChangeAspect="1"/>
          </p:cNvPicPr>
          <p:nvPr>
            <p:ph idx="1"/>
          </p:nvPr>
        </p:nvPicPr>
        <p:blipFill>
          <a:blip r:embed="rId3"/>
          <a:stretch>
            <a:fillRect/>
          </a:stretch>
        </p:blipFill>
        <p:spPr>
          <a:xfrm>
            <a:off x="7630288" y="1834758"/>
            <a:ext cx="4279763" cy="3188484"/>
          </a:xfrm>
          <a:prstGeom prst="rect">
            <a:avLst/>
          </a:prstGeom>
        </p:spPr>
      </p:pic>
      <p:sp>
        <p:nvSpPr>
          <p:cNvPr id="4" name="Content Placeholder 3">
            <a:extLst>
              <a:ext uri="{FF2B5EF4-FFF2-40B4-BE49-F238E27FC236}">
                <a16:creationId xmlns:a16="http://schemas.microsoft.com/office/drawing/2014/main" id="{447B5049-4464-1C4E-AEE2-410F2CE09A35}"/>
              </a:ext>
            </a:extLst>
          </p:cNvPr>
          <p:cNvSpPr>
            <a:spLocks noGrp="1"/>
          </p:cNvSpPr>
          <p:nvPr>
            <p:ph type="body"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95601" y="1570213"/>
            <a:ext cx="6629026" cy="5017091"/>
          </a:xfrm>
        </p:spPr>
        <p:txBody>
          <a:bodyPr>
            <a:noAutofit/>
          </a:bodyPr>
          <a:lstStyle/>
          <a:p>
            <a:pPr marL="0" indent="0">
              <a:lnSpc>
                <a:spcPct val="110000"/>
              </a:lnSpc>
              <a:spcBef>
                <a:spcPts val="2500"/>
              </a:spcBef>
              <a:buFont typeface="Arial" panose="020B0604020202020204" pitchFamily="34" charset="0"/>
              <a:buNone/>
            </a:pPr>
            <a:r>
              <a:rPr lang="en-US" b="1" dirty="0"/>
              <a:t>Air Transport Costs and Speed</a:t>
            </a:r>
          </a:p>
          <a:p>
            <a:pPr marL="0" lvl="1" indent="0">
              <a:lnSpc>
                <a:spcPct val="110000"/>
              </a:lnSpc>
              <a:buFont typeface="Arial" panose="020B0604020202020204" pitchFamily="34" charset="0"/>
              <a:buNone/>
            </a:pPr>
            <a:r>
              <a:rPr lang="en-US" sz="1600" dirty="0">
                <a:ea typeface="Calibri" panose="020F0502020204030204" pitchFamily="34" charset="0"/>
                <a:cs typeface="Calibri" panose="020F0502020204030204" pitchFamily="34" charset="0"/>
              </a:rPr>
              <a:t>Air transport costs ~₹550 per shipment on average — highest among all modes but only marginally above road (~₹530) and rail (~₹530), suggesting limited cost differentiation.</a:t>
            </a:r>
          </a:p>
          <a:p>
            <a:pPr marL="0" indent="0">
              <a:lnSpc>
                <a:spcPct val="110000"/>
              </a:lnSpc>
              <a:spcBef>
                <a:spcPts val="2500"/>
              </a:spcBef>
              <a:buFont typeface="Arial" panose="020B0604020202020204" pitchFamily="34" charset="0"/>
              <a:buNone/>
            </a:pPr>
            <a:r>
              <a:rPr lang="en-US" b="1" dirty="0"/>
              <a:t>Road and Rail Cost Efficiency</a:t>
            </a:r>
          </a:p>
          <a:p>
            <a:pPr marL="0" lvl="1" indent="0">
              <a:lnSpc>
                <a:spcPct val="110000"/>
              </a:lnSpc>
              <a:buFont typeface="Arial" panose="020B0604020202020204" pitchFamily="34" charset="0"/>
              <a:buNone/>
            </a:pPr>
            <a:r>
              <a:rPr lang="en-US" sz="1600" dirty="0">
                <a:ea typeface="Calibri" panose="020F0502020204030204" pitchFamily="34" charset="0"/>
                <a:cs typeface="Calibri" panose="020F0502020204030204" pitchFamily="34" charset="0"/>
              </a:rPr>
              <a:t>Road and rail costs are nearly identical at ~₹530 each. With similar pricing, the choice between them should be driven by delivery speed, route coverage, and shipment volume.</a:t>
            </a:r>
          </a:p>
          <a:p>
            <a:pPr marL="0" indent="0">
              <a:lnSpc>
                <a:spcPct val="110000"/>
              </a:lnSpc>
              <a:spcBef>
                <a:spcPts val="2500"/>
              </a:spcBef>
              <a:buFont typeface="Arial" panose="020B0604020202020204" pitchFamily="34" charset="0"/>
              <a:buNone/>
            </a:pPr>
            <a:r>
              <a:rPr lang="en-US" b="1" dirty="0"/>
              <a:t>Sea Transport for Bulk Goods</a:t>
            </a:r>
          </a:p>
          <a:p>
            <a:pPr marL="0" lvl="1" indent="0">
              <a:lnSpc>
                <a:spcPct val="110000"/>
              </a:lnSpc>
              <a:buFont typeface="Arial" panose="020B0604020202020204" pitchFamily="34" charset="0"/>
              <a:buNone/>
            </a:pPr>
            <a:r>
              <a:rPr lang="en-US" sz="1600" dirty="0">
                <a:ea typeface="Calibri" panose="020F0502020204030204" pitchFamily="34" charset="0"/>
                <a:cs typeface="Calibri" panose="020F0502020204030204" pitchFamily="34" charset="0"/>
              </a:rPr>
              <a:t>Sea transport at ~₹380 is the clear cost leader — 31% cheaper than air. For non-urgent bulk shipments, shifting to sea could deliver significant logistics savings.</a:t>
            </a:r>
          </a:p>
        </p:txBody>
      </p:sp>
    </p:spTree>
    <p:extLst>
      <p:ext uri="{BB962C8B-B14F-4D97-AF65-F5344CB8AC3E}">
        <p14:creationId xmlns:p14="http://schemas.microsoft.com/office/powerpoint/2010/main" val="25456743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7CD99-76D5-EC47-353B-8BDB7942BB14}"/>
              </a:ext>
            </a:extLst>
          </p:cNvPr>
          <p:cNvSpPr>
            <a:spLocks noGrp="1"/>
          </p:cNvSpPr>
          <p:nvPr>
            <p:ph type="title"/>
          </p:nvPr>
        </p:nvSpPr>
        <p:spPr>
          <a:xfrm>
            <a:off x="608128" y="1069942"/>
            <a:ext cx="7310387" cy="1506647"/>
          </a:xfrm>
        </p:spPr>
        <p:txBody>
          <a:bodyPr anchor="t">
            <a:noAutofit/>
          </a:bodyPr>
          <a:lstStyle/>
          <a:p>
            <a:r>
              <a:rPr lang="en-US" sz="4800" dirty="0">
                <a:latin typeface="HelveticaNeueLT Std" panose="020B0604020202020204" pitchFamily="34" charset="0"/>
              </a:rPr>
              <a:t>Revenue by Customer Demographics</a:t>
            </a:r>
          </a:p>
        </p:txBody>
      </p:sp>
      <p:pic>
        <p:nvPicPr>
          <p:cNvPr id="6" name="Picture Placeholder 10" descr="A pie chart with numbers and text  AI-generated content may be incorrect.">
            <a:extLst>
              <a:ext uri="{FF2B5EF4-FFF2-40B4-BE49-F238E27FC236}">
                <a16:creationId xmlns:a16="http://schemas.microsoft.com/office/drawing/2014/main" id="{89128F08-A819-9C97-F9B3-879A445E1F1E}"/>
              </a:ext>
            </a:extLst>
          </p:cNvPr>
          <p:cNvPicPr>
            <a:picLocks noGrp="1" noChangeAspect="1"/>
          </p:cNvPicPr>
          <p:nvPr>
            <p:ph type="pic" sz="quarter" idx="15"/>
          </p:nvPr>
        </p:nvPicPr>
        <p:blipFill>
          <a:blip r:embed="rId3"/>
          <a:srcRect l="963" t="-1037" r="1980" b="5373"/>
          <a:stretch>
            <a:fillRect/>
          </a:stretch>
        </p:blipFill>
        <p:spPr>
          <a:xfrm>
            <a:off x="7532017" y="1823265"/>
            <a:ext cx="4304906" cy="4143240"/>
          </a:xfrm>
          <a:custGeom>
            <a:avLst/>
            <a:gdLst>
              <a:gd name="connsiteX0" fmla="*/ 349249 w 5943599"/>
              <a:gd name="connsiteY0" fmla="*/ 0 h 6552184"/>
              <a:gd name="connsiteX1" fmla="*/ 5594350 w 5943599"/>
              <a:gd name="connsiteY1" fmla="*/ 0 h 6552184"/>
              <a:gd name="connsiteX2" fmla="*/ 5936505 w 5943599"/>
              <a:gd name="connsiteY2" fmla="*/ 278864 h 6552184"/>
              <a:gd name="connsiteX3" fmla="*/ 5943599 w 5943599"/>
              <a:gd name="connsiteY3" fmla="*/ 349240 h 6552184"/>
              <a:gd name="connsiteX4" fmla="*/ 5943599 w 5943599"/>
              <a:gd name="connsiteY4" fmla="*/ 6202933 h 6552184"/>
              <a:gd name="connsiteX5" fmla="*/ 5936505 w 5943599"/>
              <a:gd name="connsiteY5" fmla="*/ 6273302 h 6552184"/>
              <a:gd name="connsiteX6" fmla="*/ 5594350 w 5943599"/>
              <a:gd name="connsiteY6" fmla="*/ 6552184 h 6552184"/>
              <a:gd name="connsiteX7" fmla="*/ 3222460 w 5943599"/>
              <a:gd name="connsiteY7" fmla="*/ 6552184 h 6552184"/>
              <a:gd name="connsiteX8" fmla="*/ 2971800 w 5943599"/>
              <a:gd name="connsiteY8" fmla="*/ 6301512 h 6552184"/>
              <a:gd name="connsiteX9" fmla="*/ 2721140 w 5943599"/>
              <a:gd name="connsiteY9" fmla="*/ 6050852 h 6552184"/>
              <a:gd name="connsiteX10" fmla="*/ 349249 w 5943599"/>
              <a:gd name="connsiteY10" fmla="*/ 6050852 h 6552184"/>
              <a:gd name="connsiteX11" fmla="*/ 7095 w 5943599"/>
              <a:gd name="connsiteY11" fmla="*/ 5771987 h 6552184"/>
              <a:gd name="connsiteX12" fmla="*/ 0 w 5943599"/>
              <a:gd name="connsiteY12" fmla="*/ 5701612 h 6552184"/>
              <a:gd name="connsiteX13" fmla="*/ 0 w 5943599"/>
              <a:gd name="connsiteY13" fmla="*/ 349239 h 6552184"/>
              <a:gd name="connsiteX14" fmla="*/ 7095 w 5943599"/>
              <a:gd name="connsiteY14" fmla="*/ 278863 h 6552184"/>
              <a:gd name="connsiteX15" fmla="*/ 349249 w 5943599"/>
              <a:gd name="connsiteY15" fmla="*/ 0 h 6552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43599" h="6552184">
                <a:moveTo>
                  <a:pt x="349249" y="0"/>
                </a:moveTo>
                <a:lnTo>
                  <a:pt x="5594350" y="0"/>
                </a:lnTo>
                <a:cubicBezTo>
                  <a:pt x="5763127" y="0"/>
                  <a:pt x="5903939" y="119716"/>
                  <a:pt x="5936505" y="278864"/>
                </a:cubicBezTo>
                <a:lnTo>
                  <a:pt x="5943599" y="349240"/>
                </a:lnTo>
                <a:lnTo>
                  <a:pt x="5943599" y="6202933"/>
                </a:lnTo>
                <a:lnTo>
                  <a:pt x="5936505" y="6273302"/>
                </a:lnTo>
                <a:cubicBezTo>
                  <a:pt x="5903939" y="6432441"/>
                  <a:pt x="5763127" y="6552184"/>
                  <a:pt x="5594350" y="6552184"/>
                </a:cubicBezTo>
                <a:lnTo>
                  <a:pt x="3222460" y="6552184"/>
                </a:lnTo>
                <a:cubicBezTo>
                  <a:pt x="3084023" y="6552184"/>
                  <a:pt x="2971800" y="6439916"/>
                  <a:pt x="2971800" y="6301512"/>
                </a:cubicBezTo>
                <a:cubicBezTo>
                  <a:pt x="2971800" y="6163075"/>
                  <a:pt x="2859576" y="6050852"/>
                  <a:pt x="2721140" y="6050852"/>
                </a:cubicBezTo>
                <a:lnTo>
                  <a:pt x="349249" y="6050852"/>
                </a:lnTo>
                <a:cubicBezTo>
                  <a:pt x="180474" y="6050852"/>
                  <a:pt x="39661" y="5931132"/>
                  <a:pt x="7095" y="5771987"/>
                </a:cubicBezTo>
                <a:lnTo>
                  <a:pt x="0" y="5701612"/>
                </a:lnTo>
                <a:lnTo>
                  <a:pt x="0" y="349239"/>
                </a:lnTo>
                <a:lnTo>
                  <a:pt x="7095" y="278863"/>
                </a:lnTo>
                <a:cubicBezTo>
                  <a:pt x="39661" y="119716"/>
                  <a:pt x="180474" y="0"/>
                  <a:pt x="349249" y="0"/>
                </a:cubicBezTo>
                <a:close/>
              </a:path>
            </a:pathLst>
          </a:custGeom>
          <a:blipFill>
            <a:blip r:embed="rId4">
              <a:alphaModFix amt="60000"/>
            </a:blip>
            <a:stretch>
              <a:fillRect/>
            </a:stretch>
          </a:blipFill>
        </p:spPr>
      </p:pic>
      <p:sp>
        <p:nvSpPr>
          <p:cNvPr id="4" name="Content Placeholder 3">
            <a:extLst>
              <a:ext uri="{FF2B5EF4-FFF2-40B4-BE49-F238E27FC236}">
                <a16:creationId xmlns:a16="http://schemas.microsoft.com/office/drawing/2014/main" id="{E1C85CFB-4938-3E83-7F00-AF0D7FB193C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10705" y="2867098"/>
            <a:ext cx="6617617" cy="3166057"/>
          </a:xfrm>
        </p:spPr>
        <p:txBody>
          <a:bodyPr>
            <a:normAutofit/>
          </a:bodyPr>
          <a:lstStyle/>
          <a:p>
            <a:r>
              <a:rPr lang="en-US" sz="1600" b="1" dirty="0">
                <a:ea typeface="Calibri" panose="020F0502020204030204" pitchFamily="34" charset="0"/>
                <a:cs typeface="Calibri" panose="020F0502020204030204" pitchFamily="34" charset="0"/>
              </a:rPr>
              <a:t>Key Findings:</a:t>
            </a:r>
          </a:p>
          <a:p>
            <a:pPr marL="285750" indent="-285750">
              <a:buFont typeface="Arial" panose="020B0604020202020204" pitchFamily="34" charset="0"/>
              <a:buChar char="•"/>
            </a:pPr>
            <a:r>
              <a:rPr lang="en-US" sz="1600" dirty="0">
                <a:ea typeface="Calibri" panose="020F0502020204030204" pitchFamily="34" charset="0"/>
                <a:cs typeface="Calibri" panose="020F0502020204030204" pitchFamily="34" charset="0"/>
              </a:rPr>
              <a:t>Unknown demographic category generated highest revenue share.</a:t>
            </a:r>
          </a:p>
          <a:p>
            <a:pPr marL="285750" indent="-285750">
              <a:buFont typeface="Arial" panose="020B0604020202020204" pitchFamily="34" charset="0"/>
              <a:buChar char="•"/>
            </a:pPr>
            <a:r>
              <a:rPr lang="en-US" sz="1600" dirty="0">
                <a:ea typeface="Calibri" panose="020F0502020204030204" pitchFamily="34" charset="0"/>
                <a:cs typeface="Calibri" panose="020F0502020204030204" pitchFamily="34" charset="0"/>
              </a:rPr>
              <a:t>Female customers contributed significantly to revenue.</a:t>
            </a:r>
          </a:p>
          <a:p>
            <a:pPr marL="285750" indent="-285750">
              <a:buFont typeface="Arial" panose="020B0604020202020204" pitchFamily="34" charset="0"/>
              <a:buChar char="•"/>
            </a:pPr>
            <a:r>
              <a:rPr lang="en-US" sz="1600" dirty="0">
                <a:ea typeface="Calibri" panose="020F0502020204030204" pitchFamily="34" charset="0"/>
                <a:cs typeface="Calibri" panose="020F0502020204030204" pitchFamily="34" charset="0"/>
              </a:rPr>
              <a:t>Better CRM systems can improve customer profiling.</a:t>
            </a:r>
          </a:p>
        </p:txBody>
      </p:sp>
    </p:spTree>
    <p:extLst>
      <p:ext uri="{BB962C8B-B14F-4D97-AF65-F5344CB8AC3E}">
        <p14:creationId xmlns:p14="http://schemas.microsoft.com/office/powerpoint/2010/main" val="4650240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4CE07-68A6-B5AC-AAF2-695D48EBA561}"/>
              </a:ext>
            </a:extLst>
          </p:cNvPr>
          <p:cNvSpPr>
            <a:spLocks noGrp="1"/>
          </p:cNvSpPr>
          <p:nvPr>
            <p:ph type="title"/>
          </p:nvPr>
        </p:nvSpPr>
        <p:spPr/>
        <p:txBody>
          <a:bodyPr anchor="t">
            <a:noAutofit/>
          </a:bodyPr>
          <a:lstStyle/>
          <a:p>
            <a:r>
              <a:rPr lang="en-US" sz="4800" dirty="0"/>
              <a:t>Route and Transport Cost Analysis</a:t>
            </a:r>
          </a:p>
        </p:txBody>
      </p:sp>
      <p:pic>
        <p:nvPicPr>
          <p:cNvPr id="20" name="Content Placeholder 19" descr="A blue and orange squares with white text  AI-generated content may be incorrect.">
            <a:extLst>
              <a:ext uri="{FF2B5EF4-FFF2-40B4-BE49-F238E27FC236}">
                <a16:creationId xmlns:a16="http://schemas.microsoft.com/office/drawing/2014/main" id="{C9C141BB-1A08-F36C-5640-07D44F84386D}"/>
              </a:ext>
            </a:extLst>
          </p:cNvPr>
          <p:cNvPicPr>
            <a:picLocks noGrp="1" noChangeAspect="1"/>
          </p:cNvPicPr>
          <p:nvPr>
            <p:ph idx="1"/>
          </p:nvPr>
        </p:nvPicPr>
        <p:blipFill>
          <a:blip r:embed="rId3"/>
          <a:stretch>
            <a:fillRect/>
          </a:stretch>
        </p:blipFill>
        <p:spPr>
          <a:xfrm>
            <a:off x="381000" y="1569437"/>
            <a:ext cx="6600000" cy="4500000"/>
          </a:xfrm>
          <a:prstGeom prst="rect">
            <a:avLst/>
          </a:prstGeom>
        </p:spPr>
      </p:pic>
      <p:sp>
        <p:nvSpPr>
          <p:cNvPr id="30" name="Insights TextBox"/>
          <p:cNvSpPr txBox="1"/>
          <p:nvPr/>
        </p:nvSpPr>
        <p:spPr>
          <a:xfrm>
            <a:off x="7175370" y="1697129"/>
            <a:ext cx="4635629" cy="4961056"/>
          </a:xfrm>
          <a:prstGeom prst="rect">
            <a:avLst/>
          </a:prstGeom>
          <a:noFill/>
          <a:ln>
            <a:noFill/>
          </a:ln>
        </p:spPr>
        <p:txBody>
          <a:bodyPr wrap="square" lIns="91440" tIns="45720" rIns="91440" bIns="45720" anchor="t">
            <a:noAutofit/>
          </a:bodyPr>
          <a:lstStyle/>
          <a:p>
            <a:r>
              <a:rPr lang="en-US" sz="1600" b="1" dirty="0">
                <a:ea typeface="Calibri" panose="020F0502020204030204" pitchFamily="34" charset="0"/>
                <a:cs typeface="Calibri" panose="020F0502020204030204" pitchFamily="34" charset="0"/>
              </a:rPr>
              <a:t>Key Findings:</a:t>
            </a:r>
          </a:p>
          <a:p>
            <a:endParaRPr lang="en-US" sz="1600" b="1" dirty="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600" dirty="0">
                <a:ea typeface="Calibri" panose="020F0502020204030204" pitchFamily="34" charset="0"/>
                <a:cs typeface="Calibri" panose="020F0502020204030204" pitchFamily="34" charset="0"/>
              </a:rPr>
              <a:t>Route B recorded highest transportation expenditure.</a:t>
            </a:r>
          </a:p>
          <a:p>
            <a:pPr marL="285750" indent="-285750">
              <a:buFont typeface="Arial" panose="020B0604020202020204" pitchFamily="34" charset="0"/>
              <a:buChar char="•"/>
            </a:pPr>
            <a:r>
              <a:rPr lang="en-US" sz="1600" dirty="0">
                <a:ea typeface="Calibri" panose="020F0502020204030204" pitchFamily="34" charset="0"/>
                <a:cs typeface="Calibri" panose="020F0502020204030204" pitchFamily="34" charset="0"/>
              </a:rPr>
              <a:t>Route C showed comparatively lower operational cost.</a:t>
            </a:r>
          </a:p>
          <a:p>
            <a:pPr marL="285750" indent="-285750">
              <a:buFont typeface="Arial" panose="020B0604020202020204" pitchFamily="34" charset="0"/>
              <a:buChar char="•"/>
            </a:pPr>
            <a:r>
              <a:rPr lang="en-US" sz="1600" dirty="0">
                <a:ea typeface="Calibri" panose="020F0502020204030204" pitchFamily="34" charset="0"/>
                <a:cs typeface="Calibri" panose="020F0502020204030204" pitchFamily="34" charset="0"/>
              </a:rPr>
              <a:t>Air and road transportation contributed heavily to logistics expenses.</a:t>
            </a:r>
          </a:p>
          <a:p>
            <a:pPr marL="285750" indent="-285750">
              <a:buFont typeface="Arial" panose="020B0604020202020204" pitchFamily="34" charset="0"/>
              <a:buChar char="•"/>
            </a:pPr>
            <a:r>
              <a:rPr lang="en-US" sz="1600" dirty="0">
                <a:ea typeface="Calibri" panose="020F0502020204030204" pitchFamily="34" charset="0"/>
                <a:cs typeface="Calibri" panose="020F0502020204030204" pitchFamily="34" charset="0"/>
              </a:rPr>
              <a:t>Transportation planning optimization can improve efficiency.</a:t>
            </a:r>
          </a:p>
        </p:txBody>
      </p:sp>
    </p:spTree>
    <p:extLst>
      <p:ext uri="{BB962C8B-B14F-4D97-AF65-F5344CB8AC3E}">
        <p14:creationId xmlns:p14="http://schemas.microsoft.com/office/powerpoint/2010/main" val="5896876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37660-2D5E-0820-9D3A-4369ECCF44FD}"/>
              </a:ext>
            </a:extLst>
          </p:cNvPr>
          <p:cNvSpPr>
            <a:spLocks noGrp="1"/>
          </p:cNvSpPr>
          <p:nvPr>
            <p:ph type="title"/>
          </p:nvPr>
        </p:nvSpPr>
        <p:spPr>
          <a:xfrm>
            <a:off x="380999" y="685799"/>
            <a:ext cx="10243009" cy="850769"/>
          </a:xfrm>
        </p:spPr>
        <p:txBody>
          <a:bodyPr anchor="t">
            <a:noAutofit/>
          </a:bodyPr>
          <a:lstStyle/>
          <a:p>
            <a:r>
              <a:rPr lang="en-US" sz="4800" dirty="0"/>
              <a:t>Lead Time Comparison by Supplier</a:t>
            </a:r>
          </a:p>
        </p:txBody>
      </p:sp>
      <p:pic>
        <p:nvPicPr>
          <p:cNvPr id="12" name="Content Placeholder 11" descr="A graph of blue bars  AI-generated content may be incorrect.">
            <a:extLst>
              <a:ext uri="{FF2B5EF4-FFF2-40B4-BE49-F238E27FC236}">
                <a16:creationId xmlns:a16="http://schemas.microsoft.com/office/drawing/2014/main" id="{ED2BCF27-59F3-042E-5FB9-F05E0EDFE5DE}"/>
              </a:ext>
            </a:extLst>
          </p:cNvPr>
          <p:cNvPicPr>
            <a:picLocks noGrp="1" noChangeAspect="1"/>
          </p:cNvPicPr>
          <p:nvPr>
            <p:ph idx="1"/>
          </p:nvPr>
        </p:nvPicPr>
        <p:blipFill>
          <a:blip r:embed="rId3"/>
          <a:stretch>
            <a:fillRect/>
          </a:stretch>
        </p:blipFill>
        <p:spPr>
          <a:xfrm>
            <a:off x="7390992" y="2026608"/>
            <a:ext cx="4513262" cy="4145593"/>
          </a:xfrm>
          <a:prstGeom prst="rect">
            <a:avLst/>
          </a:prstGeom>
        </p:spPr>
      </p:pic>
      <p:sp>
        <p:nvSpPr>
          <p:cNvPr id="4" name="Content Placeholder 3">
            <a:extLst>
              <a:ext uri="{FF2B5EF4-FFF2-40B4-BE49-F238E27FC236}">
                <a16:creationId xmlns:a16="http://schemas.microsoft.com/office/drawing/2014/main" id="{965815FB-6002-95E2-D0CA-C1DC9A058D45}"/>
              </a:ext>
            </a:extLst>
          </p:cNvPr>
          <p:cNvSpPr>
            <a:spLocks noGrp="1"/>
          </p:cNvSpPr>
          <p:nvPr>
            <p:ph type="body"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80999" y="1700722"/>
            <a:ext cx="6666495" cy="4247592"/>
          </a:xfrm>
        </p:spPr>
        <p:txBody>
          <a:bodyPr>
            <a:noAutofit/>
          </a:bodyPr>
          <a:lstStyle/>
          <a:p>
            <a:pPr marL="0" indent="0">
              <a:lnSpc>
                <a:spcPct val="110000"/>
              </a:lnSpc>
              <a:spcBef>
                <a:spcPts val="2500"/>
              </a:spcBef>
              <a:buFont typeface="Arial" panose="020B0604020202020204" pitchFamily="34" charset="0"/>
              <a:buNone/>
            </a:pPr>
            <a:r>
              <a:rPr lang="en-US" b="1" dirty="0"/>
              <a:t>Lead Time Variability Impact</a:t>
            </a:r>
          </a:p>
          <a:p>
            <a:pPr marL="285750" lvl="1" indent="-285750">
              <a:lnSpc>
                <a:spcPct val="110000"/>
              </a:lnSpc>
              <a:buFont typeface="Arial" panose="020B0604020202020204" pitchFamily="34" charset="0"/>
              <a:buChar char="•"/>
            </a:pPr>
            <a:r>
              <a:rPr lang="en-US" sz="1600" dirty="0">
                <a:ea typeface="Calibri" panose="020F0502020204030204" pitchFamily="34" charset="0"/>
                <a:cs typeface="Calibri" panose="020F0502020204030204" pitchFamily="34" charset="0"/>
              </a:rPr>
              <a:t>Supplier 2 has the highest combined lead time (~730 days total across orders), while Suppliers 3 and 4 average ~490 days — a 49% gap that directly impacts planning reliability.</a:t>
            </a:r>
          </a:p>
          <a:p>
            <a:pPr marL="0" lvl="1" indent="0">
              <a:lnSpc>
                <a:spcPct val="110000"/>
              </a:lnSpc>
              <a:buFont typeface="Arial" panose="020B0604020202020204" pitchFamily="34" charset="0"/>
              <a:buNone/>
            </a:pPr>
            <a:r>
              <a:rPr lang="en-US" sz="1600" b="1" dirty="0">
                <a:ea typeface="Calibri" panose="020F0502020204030204" pitchFamily="34" charset="0"/>
                <a:cs typeface="Calibri" panose="020F0502020204030204" pitchFamily="34" charset="0"/>
              </a:rPr>
              <a:t>Supplier Performance Differences</a:t>
            </a:r>
          </a:p>
          <a:p>
            <a:pPr marL="285750" lvl="1" indent="-285750">
              <a:lnSpc>
                <a:spcPct val="110000"/>
              </a:lnSpc>
              <a:buFont typeface="Arial" panose="020B0604020202020204" pitchFamily="34" charset="0"/>
              <a:buChar char="•"/>
            </a:pPr>
            <a:r>
              <a:rPr lang="en-US" sz="1600" dirty="0">
                <a:ea typeface="Calibri" panose="020F0502020204030204" pitchFamily="34" charset="0"/>
                <a:cs typeface="Calibri" panose="020F0502020204030204" pitchFamily="34" charset="0"/>
              </a:rPr>
              <a:t>Supplier 1 shows a notable gap between manufacturing lead time (~400) and total lead time (~320), suggesting delays occur in logistics rather than production.</a:t>
            </a:r>
          </a:p>
          <a:p>
            <a:pPr marL="0" lvl="1" indent="0">
              <a:lnSpc>
                <a:spcPct val="110000"/>
              </a:lnSpc>
              <a:buFont typeface="Arial" panose="020B0604020202020204" pitchFamily="34" charset="0"/>
              <a:buNone/>
            </a:pPr>
            <a:r>
              <a:rPr lang="en-US" sz="1600" b="1" dirty="0">
                <a:ea typeface="Calibri" panose="020F0502020204030204" pitchFamily="34" charset="0"/>
                <a:cs typeface="Calibri" panose="020F0502020204030204" pitchFamily="34" charset="0"/>
              </a:rPr>
              <a:t>Strategic Supplier Management</a:t>
            </a:r>
          </a:p>
          <a:p>
            <a:pPr marL="285750" lvl="1" indent="-285750">
              <a:lnSpc>
                <a:spcPct val="110000"/>
              </a:lnSpc>
              <a:buFont typeface="Arial" panose="020B0604020202020204" pitchFamily="34" charset="0"/>
              <a:buChar char="•"/>
            </a:pPr>
            <a:r>
              <a:rPr lang="en-US" sz="1600" dirty="0">
                <a:ea typeface="Calibri" panose="020F0502020204030204" pitchFamily="34" charset="0"/>
                <a:cs typeface="Calibri" panose="020F0502020204030204" pitchFamily="34" charset="0"/>
              </a:rPr>
              <a:t>Suppliers 3 and 4 consistently deliver shorter lead times and should be prioritized for time-sensitive orders, while Suppliers 1 and 2 require renegotiated SLAs.</a:t>
            </a:r>
          </a:p>
        </p:txBody>
      </p:sp>
    </p:spTree>
    <p:extLst>
      <p:ext uri="{BB962C8B-B14F-4D97-AF65-F5344CB8AC3E}">
        <p14:creationId xmlns:p14="http://schemas.microsoft.com/office/powerpoint/2010/main" val="25591142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0300F-5125-6740-A03A-7770209C0053}"/>
              </a:ext>
            </a:extLst>
          </p:cNvPr>
          <p:cNvSpPr>
            <a:spLocks noGrp="1"/>
          </p:cNvSpPr>
          <p:nvPr>
            <p:ph type="title"/>
          </p:nvPr>
        </p:nvSpPr>
        <p:spPr>
          <a:xfrm>
            <a:off x="380999" y="685800"/>
            <a:ext cx="8659305" cy="1105293"/>
          </a:xfrm>
        </p:spPr>
        <p:txBody>
          <a:bodyPr anchor="t">
            <a:noAutofit/>
          </a:bodyPr>
          <a:lstStyle/>
          <a:p>
            <a:r>
              <a:rPr lang="en-US" sz="4800" dirty="0"/>
              <a:t>Revenue by Product Category</a:t>
            </a:r>
          </a:p>
        </p:txBody>
      </p:sp>
      <p:pic>
        <p:nvPicPr>
          <p:cNvPr id="10" name="Content Placeholder 9">
            <a:extLst>
              <a:ext uri="{FF2B5EF4-FFF2-40B4-BE49-F238E27FC236}">
                <a16:creationId xmlns:a16="http://schemas.microsoft.com/office/drawing/2014/main" id="{CE9D70C9-A26F-39D0-AAA5-3C30EEF1B2F8}"/>
              </a:ext>
            </a:extLst>
          </p:cNvPr>
          <p:cNvPicPr>
            <a:picLocks noGrp="1" noChangeAspect="1"/>
          </p:cNvPicPr>
          <p:nvPr>
            <p:ph idx="1"/>
          </p:nvPr>
        </p:nvPicPr>
        <p:blipFill>
          <a:blip r:embed="rId3"/>
          <a:stretch>
            <a:fillRect/>
          </a:stretch>
        </p:blipFill>
        <p:spPr>
          <a:xfrm>
            <a:off x="7031087" y="2243283"/>
            <a:ext cx="4778762" cy="3928917"/>
          </a:xfrm>
          <a:prstGeom prst="rect">
            <a:avLst/>
          </a:prstGeom>
        </p:spPr>
      </p:pic>
      <p:sp>
        <p:nvSpPr>
          <p:cNvPr id="4" name="Content Placeholder 3">
            <a:extLst>
              <a:ext uri="{FF2B5EF4-FFF2-40B4-BE49-F238E27FC236}">
                <a16:creationId xmlns:a16="http://schemas.microsoft.com/office/drawing/2014/main" id="{FE675FA1-EB27-9B14-995E-C7B4441F6F0E}"/>
              </a:ext>
            </a:extLst>
          </p:cNvPr>
          <p:cNvSpPr>
            <a:spLocks noGrp="1"/>
          </p:cNvSpPr>
          <p:nvPr>
            <p:ph type="body"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02239" y="1791093"/>
            <a:ext cx="6407608" cy="4157220"/>
          </a:xfrm>
        </p:spPr>
        <p:txBody>
          <a:bodyPr>
            <a:noAutofit/>
          </a:bodyPr>
          <a:lstStyle/>
          <a:p>
            <a:pPr marL="0" indent="0">
              <a:lnSpc>
                <a:spcPct val="110000"/>
              </a:lnSpc>
              <a:spcBef>
                <a:spcPts val="2500"/>
              </a:spcBef>
              <a:buFont typeface="Arial" panose="020B0604020202020204" pitchFamily="34" charset="0"/>
              <a:buNone/>
            </a:pPr>
            <a:r>
              <a:rPr lang="en-US" b="1" dirty="0"/>
              <a:t>Skincare Revenue Leadership</a:t>
            </a:r>
          </a:p>
          <a:p>
            <a:pPr marL="0" lvl="1" indent="0">
              <a:lnSpc>
                <a:spcPct val="110000"/>
              </a:lnSpc>
              <a:buFont typeface="Arial" panose="020B0604020202020204" pitchFamily="34" charset="0"/>
              <a:buNone/>
            </a:pPr>
            <a:r>
              <a:rPr lang="en-US" sz="1600" dirty="0">
                <a:ea typeface="Calibri" panose="020F0502020204030204" pitchFamily="34" charset="0"/>
                <a:cs typeface="Calibri" panose="020F0502020204030204" pitchFamily="34" charset="0"/>
              </a:rPr>
              <a:t>Skincare dominates with ~₹230K revenue (approximately 40% of total), making it the single most critical category for supply chain protection and inventory prioritization.</a:t>
            </a:r>
          </a:p>
          <a:p>
            <a:pPr marL="0" indent="0">
              <a:lnSpc>
                <a:spcPct val="110000"/>
              </a:lnSpc>
              <a:spcBef>
                <a:spcPts val="2500"/>
              </a:spcBef>
              <a:buFont typeface="Arial" panose="020B0604020202020204" pitchFamily="34" charset="0"/>
              <a:buNone/>
            </a:pPr>
            <a:r>
              <a:rPr lang="en-US" b="1" dirty="0"/>
              <a:t>Growth Opportunities in Haircare and Cosmetics</a:t>
            </a:r>
          </a:p>
          <a:p>
            <a:pPr marL="0" lvl="1" indent="0">
              <a:lnSpc>
                <a:spcPct val="110000"/>
              </a:lnSpc>
              <a:buFont typeface="Arial" panose="020B0604020202020204" pitchFamily="34" charset="0"/>
              <a:buNone/>
            </a:pPr>
            <a:r>
              <a:rPr lang="en-US" sz="1600" dirty="0">
                <a:ea typeface="Calibri" panose="020F0502020204030204" pitchFamily="34" charset="0"/>
                <a:cs typeface="Calibri" panose="020F0502020204030204" pitchFamily="34" charset="0"/>
              </a:rPr>
              <a:t>Haircare contributes ~₹170K and cosmetics ~₹150K. Combined, these two categories represent 55% of revenue and offer growth opportunities through targeted promotions and premium SKUs.</a:t>
            </a:r>
          </a:p>
          <a:p>
            <a:pPr marL="0" indent="0">
              <a:lnSpc>
                <a:spcPct val="110000"/>
              </a:lnSpc>
              <a:spcBef>
                <a:spcPts val="2500"/>
              </a:spcBef>
              <a:buFont typeface="Arial" panose="020B0604020202020204" pitchFamily="34" charset="0"/>
              <a:buNone/>
            </a:pPr>
            <a:r>
              <a:rPr lang="en-US" b="1" dirty="0"/>
              <a:t>Supply Chain Strategic Focus</a:t>
            </a:r>
          </a:p>
          <a:p>
            <a:pPr marL="0" lvl="1" indent="0">
              <a:lnSpc>
                <a:spcPct val="110000"/>
              </a:lnSpc>
              <a:buFont typeface="Arial" panose="020B0604020202020204" pitchFamily="34" charset="0"/>
              <a:buNone/>
            </a:pPr>
            <a:r>
              <a:rPr lang="en-US" sz="1600" dirty="0">
                <a:ea typeface="Calibri" panose="020F0502020204030204" pitchFamily="34" charset="0"/>
                <a:cs typeface="Calibri" panose="020F0502020204030204" pitchFamily="34" charset="0"/>
              </a:rPr>
              <a:t>Any disruption to skincare supply could impact 40% of total revenue. Dual sourcing and higher safety stock levels are recommended for the top-performing category.</a:t>
            </a:r>
          </a:p>
        </p:txBody>
      </p:sp>
    </p:spTree>
    <p:extLst>
      <p:ext uri="{BB962C8B-B14F-4D97-AF65-F5344CB8AC3E}">
        <p14:creationId xmlns:p14="http://schemas.microsoft.com/office/powerpoint/2010/main" val="25633597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36CC5-119A-E0CC-3510-0A68328AC5DA}"/>
              </a:ext>
            </a:extLst>
          </p:cNvPr>
          <p:cNvSpPr>
            <a:spLocks noGrp="1"/>
          </p:cNvSpPr>
          <p:nvPr>
            <p:ph type="title"/>
          </p:nvPr>
        </p:nvSpPr>
        <p:spPr>
          <a:xfrm>
            <a:off x="381001" y="677033"/>
            <a:ext cx="11430000" cy="908365"/>
          </a:xfrm>
        </p:spPr>
        <p:txBody>
          <a:bodyPr anchor="t">
            <a:normAutofit/>
          </a:bodyPr>
          <a:lstStyle/>
          <a:p>
            <a:r>
              <a:rPr lang="en-US" sz="4800" dirty="0"/>
              <a:t>Average Defect Rate by Supplier</a:t>
            </a:r>
          </a:p>
        </p:txBody>
      </p:sp>
      <p:sp>
        <p:nvSpPr>
          <p:cNvPr id="4" name="Content Placeholder 3">
            <a:extLst>
              <a:ext uri="{FF2B5EF4-FFF2-40B4-BE49-F238E27FC236}">
                <a16:creationId xmlns:a16="http://schemas.microsoft.com/office/drawing/2014/main" id="{C8CDBA23-886D-AF17-7A95-72CB3948F063}"/>
              </a:ext>
            </a:extLst>
          </p:cNvPr>
          <p:cNvSpPr>
            <a:spLocks noGrp="1"/>
          </p:cNvSpPr>
          <p:nvPr>
            <p:ph sz="quarter" idx="15"/>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81001" y="1790432"/>
            <a:ext cx="6472288" cy="5233990"/>
          </a:xfrm>
        </p:spPr>
        <p:txBody>
          <a:bodyPr>
            <a:noAutofit/>
          </a:bodyPr>
          <a:lstStyle/>
          <a:p>
            <a:pPr marL="0" indent="0">
              <a:lnSpc>
                <a:spcPct val="110000"/>
              </a:lnSpc>
              <a:spcBef>
                <a:spcPts val="2500"/>
              </a:spcBef>
              <a:buFont typeface="Arial" panose="020B0604020202020204" pitchFamily="34" charset="0"/>
              <a:buNone/>
            </a:pPr>
            <a:r>
              <a:rPr lang="en-US" sz="1600" b="1" dirty="0">
                <a:ea typeface="Calibri" panose="020F0502020204030204" pitchFamily="34" charset="0"/>
                <a:cs typeface="Calibri" panose="020F0502020204030204" pitchFamily="34" charset="0"/>
              </a:rPr>
              <a:t>Supplier Defect Rate Variation</a:t>
            </a:r>
          </a:p>
          <a:p>
            <a:pPr marL="0" lvl="1" indent="0">
              <a:lnSpc>
                <a:spcPct val="110000"/>
              </a:lnSpc>
              <a:buFont typeface="Arial" panose="020B0604020202020204" pitchFamily="34" charset="0"/>
              <a:buNone/>
            </a:pPr>
            <a:r>
              <a:rPr lang="en-US" sz="1600" dirty="0">
                <a:ea typeface="Calibri" panose="020F0502020204030204" pitchFamily="34" charset="0"/>
                <a:cs typeface="Calibri" panose="020F0502020204030204" pitchFamily="34" charset="0"/>
              </a:rPr>
              <a:t>Supplier 5 leads with the highest defect rate (~2.7%), closely followed by Supplier 3 (~2.5%). The spread between best and worst performers is nearly 1.2 percentage points.</a:t>
            </a:r>
          </a:p>
          <a:p>
            <a:pPr marL="0" lvl="1" indent="0">
              <a:lnSpc>
                <a:spcPct val="110000"/>
              </a:lnSpc>
              <a:buFont typeface="Arial" panose="020B0604020202020204" pitchFamily="34" charset="0"/>
              <a:buNone/>
            </a:pPr>
            <a:r>
              <a:rPr lang="en-US" sz="1600" b="1" dirty="0">
                <a:ea typeface="Calibri" panose="020F0502020204030204" pitchFamily="34" charset="0"/>
                <a:cs typeface="Calibri" panose="020F0502020204030204" pitchFamily="34" charset="0"/>
              </a:rPr>
              <a:t>Impact of High Defect Rates</a:t>
            </a:r>
          </a:p>
          <a:p>
            <a:pPr marL="0" lvl="1" indent="0">
              <a:lnSpc>
                <a:spcPct val="110000"/>
              </a:lnSpc>
              <a:buFont typeface="Arial" panose="020B0604020202020204" pitchFamily="34" charset="0"/>
              <a:buNone/>
            </a:pPr>
            <a:r>
              <a:rPr lang="en-US" sz="1600" dirty="0">
                <a:ea typeface="Calibri" panose="020F0502020204030204" pitchFamily="34" charset="0"/>
                <a:cs typeface="Calibri" panose="020F0502020204030204" pitchFamily="34" charset="0"/>
              </a:rPr>
              <a:t>Supplier 1 stands out as the quality benchmark at ~1.5% defect rate — nearly half that of Supplier 5, translating to significantly lower rework and return costs.</a:t>
            </a:r>
          </a:p>
          <a:p>
            <a:pPr marL="0" lvl="1" indent="0">
              <a:lnSpc>
                <a:spcPct val="110000"/>
              </a:lnSpc>
              <a:buFont typeface="Arial" panose="020B0604020202020204" pitchFamily="34" charset="0"/>
              <a:buNone/>
            </a:pPr>
            <a:r>
              <a:rPr lang="en-US" sz="1600" b="1" dirty="0">
                <a:ea typeface="Calibri" panose="020F0502020204030204" pitchFamily="34" charset="0"/>
                <a:cs typeface="Calibri" panose="020F0502020204030204" pitchFamily="34" charset="0"/>
              </a:rPr>
              <a:t>Quality Management Strategies</a:t>
            </a:r>
          </a:p>
          <a:p>
            <a:pPr marL="0" lvl="1" indent="0">
              <a:lnSpc>
                <a:spcPct val="110000"/>
              </a:lnSpc>
              <a:buFont typeface="Arial" panose="020B0604020202020204" pitchFamily="34" charset="0"/>
              <a:buNone/>
            </a:pPr>
            <a:r>
              <a:rPr lang="en-US" sz="1600" dirty="0">
                <a:ea typeface="Calibri" panose="020F0502020204030204" pitchFamily="34" charset="0"/>
                <a:cs typeface="Calibri" panose="020F0502020204030204" pitchFamily="34" charset="0"/>
              </a:rPr>
              <a:t>Suppliers 2 and 4 cluster around 2.1–2.3%, sitting close to the overall average. Targeted corrective action plans for these mid-tier suppliers could yield quick quality wins.</a:t>
            </a:r>
          </a:p>
        </p:txBody>
      </p:sp>
      <p:pic>
        <p:nvPicPr>
          <p:cNvPr id="14" name="Picture 13" descr="A graph with blue bars  AI-generated content may be incorrect.">
            <a:extLst>
              <a:ext uri="{FF2B5EF4-FFF2-40B4-BE49-F238E27FC236}">
                <a16:creationId xmlns:a16="http://schemas.microsoft.com/office/drawing/2014/main" id="{6FB5C742-C759-391B-0378-7795536DE864}"/>
              </a:ext>
            </a:extLst>
          </p:cNvPr>
          <p:cNvPicPr>
            <a:picLocks noChangeAspect="1"/>
          </p:cNvPicPr>
          <p:nvPr/>
        </p:nvPicPr>
        <p:blipFill>
          <a:blip r:embed="rId3"/>
          <a:stretch>
            <a:fillRect/>
          </a:stretch>
        </p:blipFill>
        <p:spPr>
          <a:xfrm>
            <a:off x="7040533" y="1835871"/>
            <a:ext cx="4862884" cy="4096981"/>
          </a:xfrm>
          <a:prstGeom prst="rect">
            <a:avLst/>
          </a:prstGeom>
          <a:noFill/>
        </p:spPr>
      </p:pic>
    </p:spTree>
    <p:extLst>
      <p:ext uri="{BB962C8B-B14F-4D97-AF65-F5344CB8AC3E}">
        <p14:creationId xmlns:p14="http://schemas.microsoft.com/office/powerpoint/2010/main" val="3691468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BC54D-FDDB-2403-B04F-2C784A9A7E16}"/>
              </a:ext>
            </a:extLst>
          </p:cNvPr>
          <p:cNvSpPr>
            <a:spLocks noGrp="1"/>
          </p:cNvSpPr>
          <p:nvPr>
            <p:ph type="title"/>
          </p:nvPr>
        </p:nvSpPr>
        <p:spPr>
          <a:xfrm>
            <a:off x="381000" y="685799"/>
            <a:ext cx="9064658" cy="1105293"/>
          </a:xfrm>
        </p:spPr>
        <p:txBody>
          <a:bodyPr anchor="t">
            <a:noAutofit/>
          </a:bodyPr>
          <a:lstStyle/>
          <a:p>
            <a:r>
              <a:rPr lang="en-US" sz="4800" dirty="0"/>
              <a:t>Inspection Results Distribution</a:t>
            </a:r>
          </a:p>
        </p:txBody>
      </p:sp>
      <p:pic>
        <p:nvPicPr>
          <p:cNvPr id="13" name="Content Placeholder 12" descr="A blue and orange pie chart  AI-generated content may be incorrect.">
            <a:extLst>
              <a:ext uri="{FF2B5EF4-FFF2-40B4-BE49-F238E27FC236}">
                <a16:creationId xmlns:a16="http://schemas.microsoft.com/office/drawing/2014/main" id="{E78D888D-8979-EC01-80D8-79CECDD040BE}"/>
              </a:ext>
            </a:extLst>
          </p:cNvPr>
          <p:cNvPicPr>
            <a:picLocks noGrp="1" noChangeAspect="1"/>
          </p:cNvPicPr>
          <p:nvPr>
            <p:ph idx="1"/>
          </p:nvPr>
        </p:nvPicPr>
        <p:blipFill>
          <a:blip r:embed="rId3"/>
          <a:stretch>
            <a:fillRect/>
          </a:stretch>
        </p:blipFill>
        <p:spPr>
          <a:xfrm>
            <a:off x="7780631" y="1791092"/>
            <a:ext cx="4041693" cy="3684080"/>
          </a:xfrm>
          <a:prstGeom prst="rect">
            <a:avLst/>
          </a:prstGeom>
        </p:spPr>
      </p:pic>
      <p:sp>
        <p:nvSpPr>
          <p:cNvPr id="4" name="Content Placeholder 3">
            <a:extLst>
              <a:ext uri="{FF2B5EF4-FFF2-40B4-BE49-F238E27FC236}">
                <a16:creationId xmlns:a16="http://schemas.microsoft.com/office/drawing/2014/main" id="{261F8811-FDFC-B99D-4703-D7697FDAC36E}"/>
              </a:ext>
            </a:extLst>
          </p:cNvPr>
          <p:cNvSpPr>
            <a:spLocks noGrp="1"/>
          </p:cNvSpPr>
          <p:nvPr>
            <p:ph type="body"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95602" y="1791092"/>
            <a:ext cx="6770427" cy="4641963"/>
          </a:xfrm>
        </p:spPr>
        <p:txBody>
          <a:bodyPr>
            <a:noAutofit/>
          </a:bodyPr>
          <a:lstStyle/>
          <a:p>
            <a:pPr marL="0" indent="0">
              <a:lnSpc>
                <a:spcPct val="110000"/>
              </a:lnSpc>
              <a:spcBef>
                <a:spcPts val="2500"/>
              </a:spcBef>
              <a:buFont typeface="Arial" panose="020B0604020202020204" pitchFamily="34" charset="0"/>
              <a:buNone/>
            </a:pPr>
            <a:r>
              <a:rPr lang="en-US" b="1" dirty="0"/>
              <a:t>Inspection Outcome Categories</a:t>
            </a:r>
          </a:p>
          <a:p>
            <a:pPr marL="0" lvl="1" indent="0">
              <a:lnSpc>
                <a:spcPct val="110000"/>
              </a:lnSpc>
              <a:buFont typeface="Arial" panose="020B0604020202020204" pitchFamily="34" charset="0"/>
              <a:buNone/>
            </a:pPr>
            <a:r>
              <a:rPr lang="en-US" sz="1600" dirty="0">
                <a:ea typeface="Calibri" panose="020F0502020204030204" pitchFamily="34" charset="0"/>
                <a:cs typeface="Calibri" panose="020F0502020204030204" pitchFamily="34" charset="0"/>
              </a:rPr>
              <a:t>Only 41% of inspections pass, while 36% fail and 23% remain pending. Less than half of products clear quality checks on the first attempt.</a:t>
            </a:r>
          </a:p>
          <a:p>
            <a:pPr marL="0" lvl="1" indent="0">
              <a:lnSpc>
                <a:spcPct val="110000"/>
              </a:lnSpc>
              <a:buFont typeface="Arial" panose="020B0604020202020204" pitchFamily="34" charset="0"/>
              <a:buNone/>
            </a:pPr>
            <a:r>
              <a:rPr lang="en-US" sz="1600" b="1" dirty="0">
                <a:ea typeface="Calibri" panose="020F0502020204030204" pitchFamily="34" charset="0"/>
                <a:cs typeface="Calibri" panose="020F0502020204030204" pitchFamily="34" charset="0"/>
              </a:rPr>
              <a:t>Impact of Failed and Pending Inspections</a:t>
            </a:r>
          </a:p>
          <a:p>
            <a:pPr marL="0" lvl="1" indent="0">
              <a:lnSpc>
                <a:spcPct val="110000"/>
              </a:lnSpc>
              <a:buFont typeface="Arial" panose="020B0604020202020204" pitchFamily="34" charset="0"/>
              <a:buNone/>
            </a:pPr>
            <a:r>
              <a:rPr lang="en-US" sz="1600" dirty="0">
                <a:ea typeface="Calibri" panose="020F0502020204030204" pitchFamily="34" charset="0"/>
                <a:cs typeface="Calibri" panose="020F0502020204030204" pitchFamily="34" charset="0"/>
              </a:rPr>
              <a:t>The combined fail + pending rate of 59% means more than half of all inspected items require rework, re-inspection, or are stuck in queue — directly inflating lead times.</a:t>
            </a:r>
          </a:p>
          <a:p>
            <a:pPr marL="0" lvl="1" indent="0">
              <a:lnSpc>
                <a:spcPct val="110000"/>
              </a:lnSpc>
              <a:buFont typeface="Arial" panose="020B0604020202020204" pitchFamily="34" charset="0"/>
              <a:buNone/>
            </a:pPr>
            <a:r>
              <a:rPr lang="en-US" sz="1600" b="1" dirty="0">
                <a:ea typeface="Calibri" panose="020F0502020204030204" pitchFamily="34" charset="0"/>
                <a:cs typeface="Calibri" panose="020F0502020204030204" pitchFamily="34" charset="0"/>
              </a:rPr>
              <a:t>Strategies for Improvement</a:t>
            </a:r>
          </a:p>
          <a:p>
            <a:pPr marL="0" lvl="1" indent="0">
              <a:lnSpc>
                <a:spcPct val="110000"/>
              </a:lnSpc>
              <a:buFont typeface="Arial" panose="020B0604020202020204" pitchFamily="34" charset="0"/>
              <a:buNone/>
            </a:pPr>
            <a:r>
              <a:rPr lang="en-US" sz="1600" dirty="0">
                <a:ea typeface="Calibri" panose="020F0502020204030204" pitchFamily="34" charset="0"/>
                <a:cs typeface="Calibri" panose="020F0502020204030204" pitchFamily="34" charset="0"/>
              </a:rPr>
              <a:t>The 23% pending rate suggests capacity constraints in the inspection process. Automating routine checks and implementing supplier self-certification could halve this backlog.</a:t>
            </a:r>
          </a:p>
        </p:txBody>
      </p:sp>
    </p:spTree>
    <p:extLst>
      <p:ext uri="{BB962C8B-B14F-4D97-AF65-F5344CB8AC3E}">
        <p14:creationId xmlns:p14="http://schemas.microsoft.com/office/powerpoint/2010/main" val="18738883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4764E-064F-2237-F67C-AACBB259F6D6}"/>
              </a:ext>
            </a:extLst>
          </p:cNvPr>
          <p:cNvSpPr>
            <a:spLocks noGrp="1"/>
          </p:cNvSpPr>
          <p:nvPr>
            <p:ph type="title"/>
          </p:nvPr>
        </p:nvSpPr>
        <p:spPr>
          <a:xfrm>
            <a:off x="381000" y="777711"/>
            <a:ext cx="6953054" cy="1484721"/>
          </a:xfrm>
        </p:spPr>
        <p:txBody>
          <a:bodyPr anchor="t">
            <a:noAutofit/>
          </a:bodyPr>
          <a:lstStyle/>
          <a:p>
            <a:r>
              <a:rPr lang="en-US" sz="4800" dirty="0">
                <a:latin typeface="HelveticaNeueLT Std" panose="020B0604020202020204" pitchFamily="34" charset="0"/>
              </a:rPr>
              <a:t>Revenue by Location</a:t>
            </a:r>
          </a:p>
        </p:txBody>
      </p:sp>
      <p:pic>
        <p:nvPicPr>
          <p:cNvPr id="10" name="Picture Placeholder 9" descr="A graph of blue bars  AI-generated content may be incorrect.">
            <a:extLst>
              <a:ext uri="{FF2B5EF4-FFF2-40B4-BE49-F238E27FC236}">
                <a16:creationId xmlns:a16="http://schemas.microsoft.com/office/drawing/2014/main" id="{21737D6B-556C-44DC-0886-E4938ECEE9CE}"/>
              </a:ext>
            </a:extLst>
          </p:cNvPr>
          <p:cNvPicPr>
            <a:picLocks noGrp="1" noChangeAspect="1"/>
          </p:cNvPicPr>
          <p:nvPr>
            <p:ph type="pic" sz="quarter" idx="15"/>
          </p:nvPr>
        </p:nvPicPr>
        <p:blipFill>
          <a:blip r:embed="rId3"/>
          <a:srcRect t="1959" b="1959"/>
          <a:stretch/>
        </p:blipFill>
        <p:spPr>
          <a:xfrm>
            <a:off x="810564" y="1904214"/>
            <a:ext cx="4398673" cy="3560521"/>
          </a:xfrm>
          <a:custGeom>
            <a:avLst/>
            <a:gdLst>
              <a:gd name="connsiteX0" fmla="*/ 345466 w 4114800"/>
              <a:gd name="connsiteY0" fmla="*/ 0 h 3200125"/>
              <a:gd name="connsiteX1" fmla="*/ 3769335 w 4114800"/>
              <a:gd name="connsiteY1" fmla="*/ 0 h 3200125"/>
              <a:gd name="connsiteX2" fmla="*/ 3835937 w 4114800"/>
              <a:gd name="connsiteY2" fmla="*/ 6705 h 3200125"/>
              <a:gd name="connsiteX3" fmla="*/ 4114800 w 4114800"/>
              <a:gd name="connsiteY3" fmla="*/ 348409 h 3200125"/>
              <a:gd name="connsiteX4" fmla="*/ 4114800 w 4114800"/>
              <a:gd name="connsiteY4" fmla="*/ 2851335 h 3200125"/>
              <a:gd name="connsiteX5" fmla="*/ 3765550 w 4114800"/>
              <a:gd name="connsiteY5" fmla="*/ 3200125 h 3200125"/>
              <a:gd name="connsiteX6" fmla="*/ 349250 w 4114800"/>
              <a:gd name="connsiteY6" fmla="*/ 3200125 h 3200125"/>
              <a:gd name="connsiteX7" fmla="*/ 0 w 4114800"/>
              <a:gd name="connsiteY7" fmla="*/ 2851335 h 3200125"/>
              <a:gd name="connsiteX8" fmla="*/ 0 w 4114800"/>
              <a:gd name="connsiteY8" fmla="*/ 348409 h 3200125"/>
              <a:gd name="connsiteX9" fmla="*/ 278864 w 4114800"/>
              <a:gd name="connsiteY9" fmla="*/ 6705 h 3200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14800" h="3200125">
                <a:moveTo>
                  <a:pt x="345466" y="0"/>
                </a:moveTo>
                <a:lnTo>
                  <a:pt x="3769335" y="0"/>
                </a:lnTo>
                <a:lnTo>
                  <a:pt x="3835937" y="6705"/>
                </a:lnTo>
                <a:cubicBezTo>
                  <a:pt x="3995086" y="39229"/>
                  <a:pt x="4114800" y="179857"/>
                  <a:pt x="4114800" y="348409"/>
                </a:cubicBezTo>
                <a:lnTo>
                  <a:pt x="4114800" y="2851335"/>
                </a:lnTo>
                <a:cubicBezTo>
                  <a:pt x="4114800" y="3043969"/>
                  <a:pt x="3958438" y="3200125"/>
                  <a:pt x="3765550" y="3200125"/>
                </a:cubicBezTo>
                <a:lnTo>
                  <a:pt x="349250" y="3200125"/>
                </a:lnTo>
                <a:cubicBezTo>
                  <a:pt x="156364" y="3200125"/>
                  <a:pt x="0" y="3043969"/>
                  <a:pt x="0" y="2851335"/>
                </a:cubicBezTo>
                <a:lnTo>
                  <a:pt x="0" y="348409"/>
                </a:lnTo>
                <a:cubicBezTo>
                  <a:pt x="0" y="179857"/>
                  <a:pt x="119716" y="39229"/>
                  <a:pt x="278864" y="6705"/>
                </a:cubicBezTo>
                <a:close/>
              </a:path>
            </a:pathLst>
          </a:custGeom>
          <a:blipFill>
            <a:blip r:embed="rId4">
              <a:alphaModFix amt="60000"/>
            </a:blip>
            <a:stretch>
              <a:fillRect/>
            </a:stretch>
          </a:blipFill>
        </p:spPr>
      </p:pic>
      <p:sp>
        <p:nvSpPr>
          <p:cNvPr id="4" name="Content Placeholder 3">
            <a:extLst>
              <a:ext uri="{FF2B5EF4-FFF2-40B4-BE49-F238E27FC236}">
                <a16:creationId xmlns:a16="http://schemas.microsoft.com/office/drawing/2014/main" id="{B4E59D5C-1D94-72BC-E80F-1D89B7209FF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38801" y="1793449"/>
            <a:ext cx="6172200" cy="4868747"/>
          </a:xfrm>
        </p:spPr>
        <p:txBody>
          <a:bodyPr>
            <a:noAutofit/>
          </a:bodyPr>
          <a:lstStyle/>
          <a:p>
            <a:pPr marL="0" indent="0">
              <a:spcBef>
                <a:spcPts val="2500"/>
              </a:spcBef>
              <a:buFont typeface="Arial" panose="020B0604020202020204" pitchFamily="34" charset="0"/>
              <a:buNone/>
            </a:pPr>
            <a:r>
              <a:rPr lang="en-US" sz="1600" b="1" dirty="0">
                <a:ea typeface="Calibri" panose="020F0502020204030204" pitchFamily="34" charset="0"/>
                <a:cs typeface="Calibri" panose="020F0502020204030204" pitchFamily="34" charset="0"/>
              </a:rPr>
              <a:t>Revenue Variability Across Regions</a:t>
            </a:r>
          </a:p>
          <a:p>
            <a:pPr marL="0" lvl="1" indent="0">
              <a:buFont typeface="Arial" panose="020B0604020202020204" pitchFamily="34" charset="0"/>
              <a:buNone/>
            </a:pPr>
            <a:r>
              <a:rPr lang="en-US" sz="1600" dirty="0">
                <a:ea typeface="Calibri" panose="020F0502020204030204" pitchFamily="34" charset="0"/>
                <a:cs typeface="Calibri" panose="020F0502020204030204" pitchFamily="34" charset="0"/>
              </a:rPr>
              <a:t>Mumbai leads with ~₹130K revenue, followed closely by Kolkata (~₹125K) and Chennai (~₹115K). Delhi generates the least at ~₹75K — a 42% gap from the top city.</a:t>
            </a:r>
          </a:p>
          <a:p>
            <a:pPr marL="0" indent="0">
              <a:spcBef>
                <a:spcPts val="2500"/>
              </a:spcBef>
              <a:buFont typeface="Arial" panose="020B0604020202020204" pitchFamily="34" charset="0"/>
              <a:buNone/>
            </a:pPr>
            <a:r>
              <a:rPr lang="en-US" sz="1600" b="1" dirty="0">
                <a:ea typeface="Calibri" panose="020F0502020204030204" pitchFamily="34" charset="0"/>
                <a:cs typeface="Calibri" panose="020F0502020204030204" pitchFamily="34" charset="0"/>
              </a:rPr>
              <a:t>Factors Influencing Performance</a:t>
            </a:r>
          </a:p>
          <a:p>
            <a:pPr marL="0" lvl="1" indent="0">
              <a:buFont typeface="Arial" panose="020B0604020202020204" pitchFamily="34" charset="0"/>
              <a:buNone/>
            </a:pPr>
            <a:r>
              <a:rPr lang="en-US" sz="1600" dirty="0">
                <a:ea typeface="Calibri" panose="020F0502020204030204" pitchFamily="34" charset="0"/>
                <a:cs typeface="Calibri" panose="020F0502020204030204" pitchFamily="34" charset="0"/>
              </a:rPr>
              <a:t>The top three cities (Mumbai, Kolkata, Chennai) contribute over 65% of total location-based revenue, indicating strong concentration in western and eastern India.</a:t>
            </a:r>
          </a:p>
          <a:p>
            <a:pPr marL="0" indent="0">
              <a:spcBef>
                <a:spcPts val="2500"/>
              </a:spcBef>
              <a:buFont typeface="Arial" panose="020B0604020202020204" pitchFamily="34" charset="0"/>
              <a:buNone/>
            </a:pPr>
            <a:r>
              <a:rPr lang="en-US" sz="1600" b="1" dirty="0">
                <a:ea typeface="Calibri" panose="020F0502020204030204" pitchFamily="34" charset="0"/>
                <a:cs typeface="Calibri" panose="020F0502020204030204" pitchFamily="34" charset="0"/>
              </a:rPr>
              <a:t>Strategic Implications</a:t>
            </a:r>
          </a:p>
          <a:p>
            <a:pPr marL="0" lvl="1" indent="0">
              <a:buFont typeface="Arial" panose="020B0604020202020204" pitchFamily="34" charset="0"/>
              <a:buNone/>
            </a:pPr>
            <a:r>
              <a:rPr lang="en-US" sz="1600" dirty="0">
                <a:ea typeface="Calibri" panose="020F0502020204030204" pitchFamily="34" charset="0"/>
                <a:cs typeface="Calibri" panose="020F0502020204030204" pitchFamily="34" charset="0"/>
              </a:rPr>
              <a:t>Bangalore (~₹100K) and Delhi (~₹75K) underperform relative to their market size, suggesting opportunities for improved distribution coverage or targeted marketing.</a:t>
            </a:r>
          </a:p>
        </p:txBody>
      </p:sp>
    </p:spTree>
    <p:extLst>
      <p:ext uri="{BB962C8B-B14F-4D97-AF65-F5344CB8AC3E}">
        <p14:creationId xmlns:p14="http://schemas.microsoft.com/office/powerpoint/2010/main" val="24660122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C2693-3196-8132-8820-1153874BEC47}"/>
              </a:ext>
            </a:extLst>
          </p:cNvPr>
          <p:cNvSpPr>
            <a:spLocks noGrp="1"/>
          </p:cNvSpPr>
          <p:nvPr>
            <p:ph type="title"/>
          </p:nvPr>
        </p:nvSpPr>
        <p:spPr/>
        <p:txBody>
          <a:bodyPr anchor="t">
            <a:noAutofit/>
          </a:bodyPr>
          <a:lstStyle/>
          <a:p>
            <a:r>
              <a:rPr lang="en-US" sz="4800" dirty="0"/>
              <a:t>Stock Levels vs Sales Volume</a:t>
            </a:r>
          </a:p>
        </p:txBody>
      </p:sp>
      <p:sp>
        <p:nvSpPr>
          <p:cNvPr id="4" name="Content Placeholder 3">
            <a:extLst>
              <a:ext uri="{FF2B5EF4-FFF2-40B4-BE49-F238E27FC236}">
                <a16:creationId xmlns:a16="http://schemas.microsoft.com/office/drawing/2014/main" id="{9D51759C-E724-9D33-B53E-378EACFD14A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76507" y="546547"/>
            <a:ext cx="6238973" cy="5920240"/>
          </a:xfrm>
        </p:spPr>
        <p:txBody>
          <a:bodyPr>
            <a:noAutofit/>
          </a:bodyPr>
          <a:lstStyle/>
          <a:p>
            <a:pPr marL="0" indent="0">
              <a:spcBef>
                <a:spcPts val="2500"/>
              </a:spcBef>
              <a:buFont typeface="Arial" panose="020B0604020202020204" pitchFamily="34" charset="0"/>
              <a:buNone/>
            </a:pPr>
            <a:r>
              <a:rPr lang="en-US" sz="1600" b="1" dirty="0">
                <a:ea typeface="Calibri" panose="020F0502020204030204" pitchFamily="34" charset="0"/>
                <a:cs typeface="Calibri" panose="020F0502020204030204" pitchFamily="34" charset="0"/>
              </a:rPr>
              <a:t>Inventory and Sales Mismatch</a:t>
            </a:r>
          </a:p>
          <a:p>
            <a:pPr marL="0" lvl="1" indent="0">
              <a:buFont typeface="Arial" panose="020B0604020202020204" pitchFamily="34" charset="0"/>
              <a:buNone/>
            </a:pPr>
            <a:r>
              <a:rPr lang="en-US" sz="1600" dirty="0">
                <a:ea typeface="Calibri" panose="020F0502020204030204" pitchFamily="34" charset="0"/>
                <a:cs typeface="Calibri" panose="020F0502020204030204" pitchFamily="34" charset="0"/>
              </a:rPr>
              <a:t>The scatter plot reveals cosmetics consistently achieving ~1,000 units sold across all stock levels, while skincare ranges widely from 200–600 units — indicating demand volatility.</a:t>
            </a:r>
          </a:p>
          <a:p>
            <a:pPr marL="0" indent="0">
              <a:spcBef>
                <a:spcPts val="2500"/>
              </a:spcBef>
              <a:buFont typeface="Arial" panose="020B0604020202020204" pitchFamily="34" charset="0"/>
              <a:buNone/>
            </a:pPr>
            <a:r>
              <a:rPr lang="en-US" sz="1600" b="1" dirty="0">
                <a:ea typeface="Calibri" panose="020F0502020204030204" pitchFamily="34" charset="0"/>
                <a:cs typeface="Calibri" panose="020F0502020204030204" pitchFamily="34" charset="0"/>
              </a:rPr>
              <a:t>Financial Impact of Stock Levels</a:t>
            </a:r>
          </a:p>
          <a:p>
            <a:pPr marL="0" lvl="1" indent="0">
              <a:buFont typeface="Arial" panose="020B0604020202020204" pitchFamily="34" charset="0"/>
              <a:buNone/>
            </a:pPr>
            <a:r>
              <a:rPr lang="en-US" sz="1600" dirty="0">
                <a:ea typeface="Calibri" panose="020F0502020204030204" pitchFamily="34" charset="0"/>
                <a:cs typeface="Calibri" panose="020F0502020204030204" pitchFamily="34" charset="0"/>
              </a:rPr>
              <a:t>Several skincare data points show high stock (50–100 units) but low sales (~200 units), while cosmetics at similar stock levels sell 3–5x more, indicating possible skincare overstocking.</a:t>
            </a:r>
          </a:p>
          <a:p>
            <a:pPr marL="0" indent="0">
              <a:spcBef>
                <a:spcPts val="2500"/>
              </a:spcBef>
              <a:buFont typeface="Arial" panose="020B0604020202020204" pitchFamily="34" charset="0"/>
              <a:buNone/>
            </a:pPr>
            <a:r>
              <a:rPr lang="en-US" sz="1600" b="1" dirty="0">
                <a:ea typeface="Calibri" panose="020F0502020204030204" pitchFamily="34" charset="0"/>
                <a:cs typeface="Calibri" panose="020F0502020204030204" pitchFamily="34" charset="0"/>
              </a:rPr>
              <a:t>Demand Forecasting and Optimization</a:t>
            </a:r>
          </a:p>
          <a:p>
            <a:pPr marL="0" lvl="1" indent="0">
              <a:buFont typeface="Arial" panose="020B0604020202020204" pitchFamily="34" charset="0"/>
              <a:buNone/>
            </a:pPr>
            <a:r>
              <a:rPr lang="en-US" sz="1600" dirty="0">
                <a:ea typeface="Calibri" panose="020F0502020204030204" pitchFamily="34" charset="0"/>
                <a:cs typeface="Calibri" panose="020F0502020204030204" pitchFamily="34" charset="0"/>
              </a:rPr>
              <a:t>Haircare shows the most consistent stock-to-sales ratio, clustering in the 500–800 units sold range. This category's predictable demand makes it ideal for automated replenishment.</a:t>
            </a:r>
          </a:p>
          <a:p>
            <a:pPr marL="0" indent="0">
              <a:spcBef>
                <a:spcPts val="2500"/>
              </a:spcBef>
              <a:buFont typeface="Arial" panose="020B0604020202020204" pitchFamily="34" charset="0"/>
              <a:buNone/>
            </a:pPr>
            <a:r>
              <a:rPr lang="en-US" sz="1600" b="1" dirty="0">
                <a:ea typeface="Calibri" panose="020F0502020204030204" pitchFamily="34" charset="0"/>
                <a:cs typeface="Calibri" panose="020F0502020204030204" pitchFamily="34" charset="0"/>
              </a:rPr>
              <a:t>Data-Driven Inventory Techniques</a:t>
            </a:r>
          </a:p>
          <a:p>
            <a:pPr marL="0" lvl="1" indent="0">
              <a:buFont typeface="Arial" panose="020B0604020202020204" pitchFamily="34" charset="0"/>
              <a:buNone/>
            </a:pPr>
            <a:r>
              <a:rPr lang="en-US" sz="1600" dirty="0">
                <a:ea typeface="Calibri" panose="020F0502020204030204" pitchFamily="34" charset="0"/>
                <a:cs typeface="Calibri" panose="020F0502020204030204" pitchFamily="34" charset="0"/>
              </a:rPr>
              <a:t>Applying ABC segmentation: cosmetics (high volume, stable) as A-class for lean inventory; skincare (volatile) as B-class requiring buffer stock; haircare (predictable) for just-in-time.</a:t>
            </a:r>
          </a:p>
        </p:txBody>
      </p:sp>
      <p:pic>
        <p:nvPicPr>
          <p:cNvPr id="18" name="Picture 17">
            <a:extLst>
              <a:ext uri="{FF2B5EF4-FFF2-40B4-BE49-F238E27FC236}">
                <a16:creationId xmlns:a16="http://schemas.microsoft.com/office/drawing/2014/main" id="{A909C727-D592-FE18-ED6B-685327EC82D3}"/>
              </a:ext>
            </a:extLst>
          </p:cNvPr>
          <p:cNvPicPr>
            <a:picLocks noChangeAspect="1"/>
          </p:cNvPicPr>
          <p:nvPr/>
        </p:nvPicPr>
        <p:blipFill>
          <a:blip r:embed="rId3"/>
          <a:stretch>
            <a:fillRect/>
          </a:stretch>
        </p:blipFill>
        <p:spPr>
          <a:xfrm>
            <a:off x="230556" y="2204344"/>
            <a:ext cx="5445951" cy="3518684"/>
          </a:xfrm>
          <a:prstGeom prst="rect">
            <a:avLst/>
          </a:prstGeom>
        </p:spPr>
      </p:pic>
    </p:spTree>
    <p:extLst>
      <p:ext uri="{BB962C8B-B14F-4D97-AF65-F5344CB8AC3E}">
        <p14:creationId xmlns:p14="http://schemas.microsoft.com/office/powerpoint/2010/main" val="15175471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AF08C-ABD9-E3ED-E4F4-E4ED17C09190}"/>
              </a:ext>
            </a:extLst>
          </p:cNvPr>
          <p:cNvSpPr>
            <a:spLocks noGrp="1"/>
          </p:cNvSpPr>
          <p:nvPr>
            <p:ph type="title"/>
          </p:nvPr>
        </p:nvSpPr>
        <p:spPr>
          <a:xfrm>
            <a:off x="660046" y="935342"/>
            <a:ext cx="8612172" cy="1129128"/>
          </a:xfrm>
        </p:spPr>
        <p:txBody>
          <a:bodyPr anchor="t">
            <a:normAutofit/>
          </a:bodyPr>
          <a:lstStyle/>
          <a:p>
            <a:r>
              <a:rPr lang="en-US" sz="4800" dirty="0"/>
              <a:t>Strategic Recommendations</a:t>
            </a:r>
          </a:p>
        </p:txBody>
      </p:sp>
      <p:pic>
        <p:nvPicPr>
          <p:cNvPr id="8" name="Content Placeholder 7" descr="Employee shows her boss the income of company last year">
            <a:extLst>
              <a:ext uri="{FF2B5EF4-FFF2-40B4-BE49-F238E27FC236}">
                <a16:creationId xmlns:a16="http://schemas.microsoft.com/office/drawing/2014/main" id="{F65278F6-760A-4166-B460-B24A343C1C8F}"/>
              </a:ext>
            </a:extLst>
          </p:cNvPr>
          <p:cNvPicPr>
            <a:picLocks noGrp="1" noChangeAspect="1"/>
          </p:cNvPicPr>
          <p:nvPr>
            <p:ph type="pic" sz="quarter" idx="15"/>
          </p:nvPr>
        </p:nvPicPr>
        <p:blipFill>
          <a:blip r:embed="rId3"/>
          <a:srcRect l="8540" r="5629" b="-2"/>
          <a:stretch>
            <a:fillRect/>
          </a:stretch>
        </p:blipFill>
        <p:spPr>
          <a:xfrm>
            <a:off x="660046" y="2064470"/>
            <a:ext cx="4578206" cy="3560521"/>
          </a:xfrm>
        </p:spPr>
      </p:pic>
      <p:sp>
        <p:nvSpPr>
          <p:cNvPr id="3" name="Rectangle 1">
            <a:extLst>
              <a:ext uri="{FF2B5EF4-FFF2-40B4-BE49-F238E27FC236}">
                <a16:creationId xmlns:a16="http://schemas.microsoft.com/office/drawing/2014/main" id="{078D37A3-B85A-8330-2FBF-3C17F8C13437}"/>
              </a:ext>
            </a:extLst>
          </p:cNvPr>
          <p:cNvSpPr>
            <a:spLocks noGrp="1" noChangeArrowheads="1"/>
          </p:cNvSpPr>
          <p:nvPr>
            <p:ph sz="quarter" idx="14"/>
          </p:nvPr>
        </p:nvSpPr>
        <p:spPr bwMode="auto">
          <a:xfrm>
            <a:off x="5679584" y="2871363"/>
            <a:ext cx="4780476"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ea typeface="Calibri" panose="020F0502020204030204" pitchFamily="34" charset="0"/>
                <a:cs typeface="Calibri" panose="020F0502020204030204" pitchFamily="34" charset="0"/>
              </a:rPr>
              <a:t> Improve supplier performance monitoring.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ea typeface="Calibri" panose="020F0502020204030204" pitchFamily="34" charset="0"/>
                <a:cs typeface="Calibri" panose="020F0502020204030204" pitchFamily="34" charset="0"/>
              </a:rPr>
              <a:t> Reduce dependency on high-defect suppliers.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ea typeface="Calibri" panose="020F0502020204030204" pitchFamily="34" charset="0"/>
                <a:cs typeface="Calibri" panose="020F0502020204030204" pitchFamily="34" charset="0"/>
              </a:rPr>
              <a:t> Increase use of sea and rail transportation.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ea typeface="Calibri" panose="020F0502020204030204" pitchFamily="34" charset="0"/>
                <a:cs typeface="Calibri" panose="020F0502020204030204" pitchFamily="34" charset="0"/>
              </a:rPr>
              <a:t> Strengthen quality inspection procedures.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ea typeface="Calibri" panose="020F0502020204030204" pitchFamily="34" charset="0"/>
                <a:cs typeface="Calibri" panose="020F0502020204030204" pitchFamily="34" charset="0"/>
              </a:rPr>
              <a:t> Improve customer demographic data collection.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ea typeface="Calibri" panose="020F0502020204030204" pitchFamily="34" charset="0"/>
                <a:cs typeface="Calibri" panose="020F0502020204030204" pitchFamily="34" charset="0"/>
              </a:rPr>
              <a:t> Implement real-time Power BI dashboards.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ea typeface="Calibri" panose="020F0502020204030204" pitchFamily="34" charset="0"/>
                <a:cs typeface="Calibri" panose="020F0502020204030204" pitchFamily="34" charset="0"/>
              </a:rPr>
              <a:t> Standardize manufacturing operations. </a:t>
            </a:r>
          </a:p>
        </p:txBody>
      </p:sp>
    </p:spTree>
    <p:extLst>
      <p:ext uri="{BB962C8B-B14F-4D97-AF65-F5344CB8AC3E}">
        <p14:creationId xmlns:p14="http://schemas.microsoft.com/office/powerpoint/2010/main" val="29259247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5A70B-2180-1F56-CBD6-463711D69992}"/>
              </a:ext>
            </a:extLst>
          </p:cNvPr>
          <p:cNvSpPr>
            <a:spLocks noGrp="1"/>
          </p:cNvSpPr>
          <p:nvPr>
            <p:ph type="title"/>
          </p:nvPr>
        </p:nvSpPr>
        <p:spPr>
          <a:xfrm>
            <a:off x="642593" y="1152159"/>
            <a:ext cx="6295535" cy="1383651"/>
          </a:xfrm>
        </p:spPr>
        <p:txBody>
          <a:bodyPr>
            <a:noAutofit/>
          </a:bodyPr>
          <a:lstStyle/>
          <a:p>
            <a:r>
              <a:rPr lang="en-IN" sz="4800" dirty="0"/>
              <a:t>Business Intelligence Benefits</a:t>
            </a:r>
          </a:p>
        </p:txBody>
      </p:sp>
      <p:pic>
        <p:nvPicPr>
          <p:cNvPr id="6" name="Content Placeholder 7" descr="Employee shows her boss the income of company last year">
            <a:extLst>
              <a:ext uri="{FF2B5EF4-FFF2-40B4-BE49-F238E27FC236}">
                <a16:creationId xmlns:a16="http://schemas.microsoft.com/office/drawing/2014/main" id="{9735F2B6-1ECD-FA35-65D5-AD55507AFDB1}"/>
              </a:ext>
            </a:extLst>
          </p:cNvPr>
          <p:cNvPicPr>
            <a:picLocks noGrp="1" noChangeAspect="1"/>
          </p:cNvPicPr>
          <p:nvPr>
            <p:ph type="pic" sz="quarter" idx="15"/>
          </p:nvPr>
        </p:nvPicPr>
        <p:blipFill>
          <a:blip r:embed="rId2"/>
          <a:srcRect l="8540" r="5629" b="-2"/>
          <a:stretch>
            <a:fillRect/>
          </a:stretch>
        </p:blipFill>
        <p:spPr>
          <a:xfrm>
            <a:off x="6848653" y="2073897"/>
            <a:ext cx="4578206" cy="3560521"/>
          </a:xfrm>
        </p:spPr>
      </p:pic>
      <p:sp>
        <p:nvSpPr>
          <p:cNvPr id="5" name="Rectangle 1">
            <a:extLst>
              <a:ext uri="{FF2B5EF4-FFF2-40B4-BE49-F238E27FC236}">
                <a16:creationId xmlns:a16="http://schemas.microsoft.com/office/drawing/2014/main" id="{3D2BB225-642C-87E3-61DD-C2CBA119AEDC}"/>
              </a:ext>
            </a:extLst>
          </p:cNvPr>
          <p:cNvSpPr>
            <a:spLocks noGrp="1" noChangeArrowheads="1"/>
          </p:cNvSpPr>
          <p:nvPr>
            <p:ph sz="quarter" idx="14"/>
          </p:nvPr>
        </p:nvSpPr>
        <p:spPr bwMode="auto">
          <a:xfrm>
            <a:off x="765141" y="3034928"/>
            <a:ext cx="5993878"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ea typeface="Calibri" panose="020F0502020204030204" pitchFamily="34" charset="0"/>
                <a:cs typeface="Calibri" panose="020F0502020204030204" pitchFamily="34" charset="0"/>
              </a:rPr>
              <a:t> Provides real-time operational visibility.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ea typeface="Calibri" panose="020F0502020204030204" pitchFamily="34" charset="0"/>
                <a:cs typeface="Calibri" panose="020F0502020204030204" pitchFamily="34" charset="0"/>
              </a:rPr>
              <a:t> Improves reporting accuracy and transparency.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ea typeface="Calibri" panose="020F0502020204030204" pitchFamily="34" charset="0"/>
                <a:cs typeface="Calibri" panose="020F0502020204030204" pitchFamily="34" charset="0"/>
              </a:rPr>
              <a:t> Helps identify operational bottlenecks.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ea typeface="Calibri" panose="020F0502020204030204" pitchFamily="34" charset="0"/>
                <a:cs typeface="Calibri" panose="020F0502020204030204" pitchFamily="34" charset="0"/>
              </a:rPr>
              <a:t> Supports faster data-driven decision-making.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ea typeface="Calibri" panose="020F0502020204030204" pitchFamily="34" charset="0"/>
                <a:cs typeface="Calibri" panose="020F0502020204030204" pitchFamily="34" charset="0"/>
              </a:rPr>
              <a:t> Improves logistics efficiency and customer satisfaction. </a:t>
            </a:r>
          </a:p>
        </p:txBody>
      </p:sp>
    </p:spTree>
    <p:extLst>
      <p:ext uri="{BB962C8B-B14F-4D97-AF65-F5344CB8AC3E}">
        <p14:creationId xmlns:p14="http://schemas.microsoft.com/office/powerpoint/2010/main" val="9546607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BD3C8-A351-38CA-0362-1AF1DC545D4A}"/>
              </a:ext>
            </a:extLst>
          </p:cNvPr>
          <p:cNvSpPr>
            <a:spLocks noGrp="1"/>
          </p:cNvSpPr>
          <p:nvPr>
            <p:ph type="title"/>
          </p:nvPr>
        </p:nvSpPr>
        <p:spPr>
          <a:xfrm>
            <a:off x="1038701" y="1117926"/>
            <a:ext cx="5057299" cy="795715"/>
          </a:xfrm>
        </p:spPr>
        <p:txBody>
          <a:bodyPr>
            <a:noAutofit/>
          </a:bodyPr>
          <a:lstStyle/>
          <a:p>
            <a:r>
              <a:rPr lang="en-IN" sz="4800" dirty="0"/>
              <a:t>Conclusion</a:t>
            </a:r>
          </a:p>
        </p:txBody>
      </p:sp>
      <p:sp>
        <p:nvSpPr>
          <p:cNvPr id="5" name="Rectangle 1">
            <a:extLst>
              <a:ext uri="{FF2B5EF4-FFF2-40B4-BE49-F238E27FC236}">
                <a16:creationId xmlns:a16="http://schemas.microsoft.com/office/drawing/2014/main" id="{5084818A-6659-1CC5-801A-814FEF7EBB4A}"/>
              </a:ext>
            </a:extLst>
          </p:cNvPr>
          <p:cNvSpPr>
            <a:spLocks noGrp="1" noChangeArrowheads="1"/>
          </p:cNvSpPr>
          <p:nvPr>
            <p:ph sz="quarter" idx="14"/>
          </p:nvPr>
        </p:nvSpPr>
        <p:spPr bwMode="auto">
          <a:xfrm>
            <a:off x="1038701" y="2169149"/>
            <a:ext cx="8128718"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ea typeface="Calibri" panose="020F0502020204030204" pitchFamily="34" charset="0"/>
                <a:cs typeface="Calibri" panose="020F0502020204030204" pitchFamily="34" charset="0"/>
              </a:rPr>
              <a:t>The project successfully analyzed supply chain operations using Power BI.</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ea typeface="Calibri" panose="020F0502020204030204" pitchFamily="34" charset="0"/>
                <a:cs typeface="Calibri" panose="020F0502020204030204" pitchFamily="34" charset="0"/>
              </a:rPr>
              <a:t>Dashboard visualizations provided insights into supplier performance, logistics efficiency, manufacturing activities, and revenue generation.</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ea typeface="Calibri" panose="020F0502020204030204" pitchFamily="34" charset="0"/>
                <a:cs typeface="Calibri" panose="020F0502020204030204" pitchFamily="34" charset="0"/>
              </a:rPr>
              <a:t>Data-driven decision-making can improve operational efficiency and reduce business costs.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ea typeface="Calibri" panose="020F0502020204030204" pitchFamily="34" charset="0"/>
                <a:cs typeface="Calibri" panose="020F0502020204030204" pitchFamily="34" charset="0"/>
              </a:rPr>
              <a:t>Business intelligence dashboards strengthen supply chain management and strategic planning. </a:t>
            </a:r>
          </a:p>
        </p:txBody>
      </p:sp>
    </p:spTree>
    <p:extLst>
      <p:ext uri="{BB962C8B-B14F-4D97-AF65-F5344CB8AC3E}">
        <p14:creationId xmlns:p14="http://schemas.microsoft.com/office/powerpoint/2010/main" val="261842521"/>
      </p:ext>
    </p:extLst>
  </p:cSld>
  <p:clrMapOvr>
    <a:masterClrMapping/>
  </p:clrMapOvr>
</p:sld>
</file>

<file path=ppt/theme/theme1.xml><?xml version="1.0" encoding="utf-8"?>
<a:theme xmlns:a="http://schemas.openxmlformats.org/drawingml/2006/main" name="Bubbleform">
  <a:themeElements>
    <a:clrScheme name="Bubbleform">
      <a:dk1>
        <a:srgbClr val="000000"/>
      </a:dk1>
      <a:lt1>
        <a:srgbClr val="FFFFFF"/>
      </a:lt1>
      <a:dk2>
        <a:srgbClr val="4E4AD8"/>
      </a:dk2>
      <a:lt2>
        <a:srgbClr val="DCD8DC"/>
      </a:lt2>
      <a:accent1>
        <a:srgbClr val="6C7FF6"/>
      </a:accent1>
      <a:accent2>
        <a:srgbClr val="8760DC"/>
      </a:accent2>
      <a:accent3>
        <a:srgbClr val="5D739A"/>
      </a:accent3>
      <a:accent4>
        <a:srgbClr val="6997AF"/>
      </a:accent4>
      <a:accent5>
        <a:srgbClr val="84ACB6"/>
      </a:accent5>
      <a:accent6>
        <a:srgbClr val="6F8183"/>
      </a:accent6>
      <a:hlink>
        <a:srgbClr val="69A020"/>
      </a:hlink>
      <a:folHlink>
        <a:srgbClr val="8C8C8C"/>
      </a:folHlink>
    </a:clrScheme>
    <a:fontScheme name="Office 2007 - 2010">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ubbleform_win32_KO_V11" id="{86725AD0-D160-4069-8876-4ED9C8033A79}" vid="{9647EED2-E3EB-419E-B9CB-199FA54454E6}"/>
    </a:ext>
  </a:extLst>
</a:theme>
</file>

<file path=ppt/theme/theme2.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622</TotalTime>
  <Words>4057</Words>
  <Application>Microsoft Office PowerPoint</Application>
  <PresentationFormat>Widescreen</PresentationFormat>
  <Paragraphs>187</Paragraphs>
  <Slides>21</Slides>
  <Notes>12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21</vt:i4>
      </vt:variant>
    </vt:vector>
  </HeadingPairs>
  <TitlesOfParts>
    <vt:vector size="28" baseType="lpstr">
      <vt:lpstr>Arial</vt:lpstr>
      <vt:lpstr>Calibri</vt:lpstr>
      <vt:lpstr>HelveticaNeueLT Std</vt:lpstr>
      <vt:lpstr>Trebuchet MS</vt:lpstr>
      <vt:lpstr>Wingdings 3</vt:lpstr>
      <vt:lpstr>Bubbleform</vt:lpstr>
      <vt:lpstr>Facet</vt:lpstr>
      <vt:lpstr>PowerPoint Presentation</vt:lpstr>
      <vt:lpstr>Introduction</vt:lpstr>
      <vt:lpstr>Company Overview</vt:lpstr>
      <vt:lpstr>Project Objective</vt:lpstr>
      <vt:lpstr>Dataset Overview</vt:lpstr>
      <vt:lpstr>Data Cleaning &amp; Preprocessing</vt:lpstr>
      <vt:lpstr>Executive KPI Dashboard</vt:lpstr>
      <vt:lpstr>Revenue by Order Quantity</vt:lpstr>
      <vt:lpstr>Manufacturing Cost vs Production Volume</vt:lpstr>
      <vt:lpstr>Transportation Cost Analysis</vt:lpstr>
      <vt:lpstr>Revenue by Customer Demographics</vt:lpstr>
      <vt:lpstr>Route and Transport Cost Analysis</vt:lpstr>
      <vt:lpstr>Lead Time Comparison by Supplier</vt:lpstr>
      <vt:lpstr>Revenue by Product Category</vt:lpstr>
      <vt:lpstr>Average Defect Rate by Supplier</vt:lpstr>
      <vt:lpstr>Inspection Results Distribution</vt:lpstr>
      <vt:lpstr>Revenue by Location</vt:lpstr>
      <vt:lpstr>Stock Levels vs Sales Volume</vt:lpstr>
      <vt:lpstr>Strategic Recommendations</vt:lpstr>
      <vt:lpstr>Business Intelligence Benefits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jdurai@buckman.com</dc:creator>
  <cp:lastModifiedBy>Ayushman Dutta</cp:lastModifiedBy>
  <cp:revision>103</cp:revision>
  <dcterms:modified xsi:type="dcterms:W3CDTF">2026-05-29T18:43:35Z</dcterms:modified>
</cp:coreProperties>
</file>